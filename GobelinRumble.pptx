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63" r:id="rId2"/>
    <p:sldId id="264" r:id="rId3"/>
    <p:sldId id="265" r:id="rId4"/>
    <p:sldId id="266" r:id="rId5"/>
    <p:sldId id="267" r:id="rId6"/>
    <p:sldId id="274" r:id="rId7"/>
    <p:sldId id="268" r:id="rId8"/>
    <p:sldId id="271" r:id="rId9"/>
    <p:sldId id="275" r:id="rId10"/>
    <p:sldId id="270" r:id="rId11"/>
    <p:sldId id="276" r:id="rId12"/>
    <p:sldId id="269" r:id="rId13"/>
    <p:sldId id="277" r:id="rId14"/>
    <p:sldId id="272" r:id="rId15"/>
    <p:sldId id="273" r:id="rId16"/>
    <p:sldId id="278" r:id="rId17"/>
    <p:sldId id="279" r:id="rId18"/>
    <p:sldId id="280" r:id="rId19"/>
    <p:sldId id="281" r:id="rId20"/>
    <p:sldId id="282" r:id="rId21"/>
    <p:sldId id="283" r:id="rId22"/>
    <p:sldId id="285" r:id="rId23"/>
    <p:sldId id="286" r:id="rId24"/>
    <p:sldId id="287" r:id="rId25"/>
    <p:sldId id="288" r:id="rId2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8EE36F-470A-4DDE-BA50-03210A2F0351}" v="68" dt="2026-05-05T10:23:53.89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63" autoAdjust="0"/>
    <p:restoredTop sz="94669" autoAdjust="0"/>
  </p:normalViewPr>
  <p:slideViewPr>
    <p:cSldViewPr snapToGrid="0">
      <p:cViewPr varScale="1">
        <p:scale>
          <a:sx n="111" d="100"/>
          <a:sy n="111" d="100"/>
        </p:scale>
        <p:origin x="780" y="108"/>
      </p:cViewPr>
      <p:guideLst/>
    </p:cSldViewPr>
  </p:slideViewPr>
  <p:notesTextViewPr>
    <p:cViewPr>
      <p:scale>
        <a:sx n="1" d="1"/>
        <a:sy n="1" d="1"/>
      </p:scale>
      <p:origin x="0" y="0"/>
    </p:cViewPr>
  </p:notesTextViewPr>
  <p:notesViewPr>
    <p:cSldViewPr snapToGrid="0">
      <p:cViewPr varScale="1">
        <p:scale>
          <a:sx n="92" d="100"/>
          <a:sy n="92" d="100"/>
        </p:scale>
        <p:origin x="3531" y="3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Aymeric Diet" userId="f459a38a808e9175" providerId="LiveId" clId="{8915BCC7-19E1-4A83-9915-BF9A71412249}"/>
    <pc:docChg chg="undo custSel addSld delSld modSld sldOrd">
      <pc:chgData name="Jean-Aymeric Diet" userId="f459a38a808e9175" providerId="LiveId" clId="{8915BCC7-19E1-4A83-9915-BF9A71412249}" dt="2026-05-05T10:24:11.095" v="6182" actId="20577"/>
      <pc:docMkLst>
        <pc:docMk/>
      </pc:docMkLst>
      <pc:sldChg chg="del">
        <pc:chgData name="Jean-Aymeric Diet" userId="f459a38a808e9175" providerId="LiveId" clId="{8915BCC7-19E1-4A83-9915-BF9A71412249}" dt="2026-05-04T16:58:02.155" v="26" actId="47"/>
        <pc:sldMkLst>
          <pc:docMk/>
          <pc:sldMk cId="1485938721" sldId="262"/>
        </pc:sldMkLst>
      </pc:sldChg>
      <pc:sldChg chg="del">
        <pc:chgData name="Jean-Aymeric Diet" userId="f459a38a808e9175" providerId="LiveId" clId="{8915BCC7-19E1-4A83-9915-BF9A71412249}" dt="2026-05-04T16:57:41.493" v="1" actId="47"/>
        <pc:sldMkLst>
          <pc:docMk/>
          <pc:sldMk cId="2812072771" sldId="263"/>
        </pc:sldMkLst>
      </pc:sldChg>
      <pc:sldChg chg="addSp delSp modSp new mod ord">
        <pc:chgData name="Jean-Aymeric Diet" userId="f459a38a808e9175" providerId="LiveId" clId="{8915BCC7-19E1-4A83-9915-BF9A71412249}" dt="2026-05-05T10:02:04.399" v="4734" actId="113"/>
        <pc:sldMkLst>
          <pc:docMk/>
          <pc:sldMk cId="3440523976" sldId="263"/>
        </pc:sldMkLst>
        <pc:spChg chg="del mod">
          <ac:chgData name="Jean-Aymeric Diet" userId="f459a38a808e9175" providerId="LiveId" clId="{8915BCC7-19E1-4A83-9915-BF9A71412249}" dt="2026-05-05T09:56:59.656" v="4726" actId="478"/>
          <ac:spMkLst>
            <pc:docMk/>
            <pc:sldMk cId="3440523976" sldId="263"/>
            <ac:spMk id="2" creationId="{18392739-03A5-BB64-7A71-ED9E0C296D15}"/>
          </ac:spMkLst>
        </pc:spChg>
        <pc:spChg chg="mod">
          <ac:chgData name="Jean-Aymeric Diet" userId="f459a38a808e9175" providerId="LiveId" clId="{8915BCC7-19E1-4A83-9915-BF9A71412249}" dt="2026-05-05T10:02:04.399" v="4734" actId="113"/>
          <ac:spMkLst>
            <pc:docMk/>
            <pc:sldMk cId="3440523976" sldId="263"/>
            <ac:spMk id="3" creationId="{285B32D2-1B1B-545B-014A-C00A72E50065}"/>
          </ac:spMkLst>
        </pc:spChg>
        <pc:spChg chg="add del mod">
          <ac:chgData name="Jean-Aymeric Diet" userId="f459a38a808e9175" providerId="LiveId" clId="{8915BCC7-19E1-4A83-9915-BF9A71412249}" dt="2026-05-05T09:57:02.376" v="4727" actId="478"/>
          <ac:spMkLst>
            <pc:docMk/>
            <pc:sldMk cId="3440523976" sldId="263"/>
            <ac:spMk id="9" creationId="{19C6220A-F503-FF23-4622-84CB3A39417B}"/>
          </ac:spMkLst>
        </pc:spChg>
        <pc:picChg chg="add mod">
          <ac:chgData name="Jean-Aymeric Diet" userId="f459a38a808e9175" providerId="LiveId" clId="{8915BCC7-19E1-4A83-9915-BF9A71412249}" dt="2026-05-05T09:58:23.913" v="4732" actId="1076"/>
          <ac:picMkLst>
            <pc:docMk/>
            <pc:sldMk cId="3440523976" sldId="263"/>
            <ac:picMk id="7" creationId="{C3D00EBD-5C27-4EDB-4289-2E829F3CEC40}"/>
          </ac:picMkLst>
        </pc:picChg>
      </pc:sldChg>
      <pc:sldChg chg="del">
        <pc:chgData name="Jean-Aymeric Diet" userId="f459a38a808e9175" providerId="LiveId" clId="{8915BCC7-19E1-4A83-9915-BF9A71412249}" dt="2026-05-04T16:57:40.883" v="0" actId="47"/>
        <pc:sldMkLst>
          <pc:docMk/>
          <pc:sldMk cId="965364231" sldId="264"/>
        </pc:sldMkLst>
      </pc:sldChg>
      <pc:sldChg chg="addSp modSp new mod">
        <pc:chgData name="Jean-Aymeric Diet" userId="f459a38a808e9175" providerId="LiveId" clId="{8915BCC7-19E1-4A83-9915-BF9A71412249}" dt="2026-05-05T10:04:32.314" v="4756" actId="2711"/>
        <pc:sldMkLst>
          <pc:docMk/>
          <pc:sldMk cId="1911611762" sldId="264"/>
        </pc:sldMkLst>
        <pc:spChg chg="mod">
          <ac:chgData name="Jean-Aymeric Diet" userId="f459a38a808e9175" providerId="LiveId" clId="{8915BCC7-19E1-4A83-9915-BF9A71412249}" dt="2026-05-05T10:04:32.314" v="4756" actId="2711"/>
          <ac:spMkLst>
            <pc:docMk/>
            <pc:sldMk cId="1911611762" sldId="264"/>
            <ac:spMk id="2" creationId="{C9691FD3-8E6E-1631-0399-5531AA9B3BE4}"/>
          </ac:spMkLst>
        </pc:spChg>
        <pc:spChg chg="mod">
          <ac:chgData name="Jean-Aymeric Diet" userId="f459a38a808e9175" providerId="LiveId" clId="{8915BCC7-19E1-4A83-9915-BF9A71412249}" dt="2026-05-04T17:07:08.243" v="230" actId="20577"/>
          <ac:spMkLst>
            <pc:docMk/>
            <pc:sldMk cId="1911611762" sldId="264"/>
            <ac:spMk id="3" creationId="{4D3FA0F8-F664-B921-8D80-3D3E935139F4}"/>
          </ac:spMkLst>
        </pc:spChg>
        <pc:spChg chg="add">
          <ac:chgData name="Jean-Aymeric Diet" userId="f459a38a808e9175" providerId="LiveId" clId="{8915BCC7-19E1-4A83-9915-BF9A71412249}" dt="2026-05-04T17:01:15.476" v="44"/>
          <ac:spMkLst>
            <pc:docMk/>
            <pc:sldMk cId="1911611762" sldId="264"/>
            <ac:spMk id="6" creationId="{D2FD4B4F-C274-2E6A-487B-8B7C0AD8453E}"/>
          </ac:spMkLst>
        </pc:spChg>
      </pc:sldChg>
      <pc:sldChg chg="addSp delSp modSp new mod">
        <pc:chgData name="Jean-Aymeric Diet" userId="f459a38a808e9175" providerId="LiveId" clId="{8915BCC7-19E1-4A83-9915-BF9A71412249}" dt="2026-05-05T10:04:27.134" v="4755" actId="2711"/>
        <pc:sldMkLst>
          <pc:docMk/>
          <pc:sldMk cId="2461167763" sldId="265"/>
        </pc:sldMkLst>
        <pc:spChg chg="mod">
          <ac:chgData name="Jean-Aymeric Diet" userId="f459a38a808e9175" providerId="LiveId" clId="{8915BCC7-19E1-4A83-9915-BF9A71412249}" dt="2026-05-05T10:04:27.134" v="4755" actId="2711"/>
          <ac:spMkLst>
            <pc:docMk/>
            <pc:sldMk cId="2461167763" sldId="265"/>
            <ac:spMk id="2" creationId="{22783BD5-BBE6-E0DA-3ED7-DACF4710F2D2}"/>
          </ac:spMkLst>
        </pc:spChg>
        <pc:spChg chg="add del mod">
          <ac:chgData name="Jean-Aymeric Diet" userId="f459a38a808e9175" providerId="LiveId" clId="{8915BCC7-19E1-4A83-9915-BF9A71412249}" dt="2026-05-04T17:05:23.417" v="198" actId="20577"/>
          <ac:spMkLst>
            <pc:docMk/>
            <pc:sldMk cId="2461167763" sldId="265"/>
            <ac:spMk id="3" creationId="{9205C1FE-C36C-7E0A-A19A-1A09EA8CBF36}"/>
          </ac:spMkLst>
        </pc:spChg>
        <pc:spChg chg="add mod">
          <ac:chgData name="Jean-Aymeric Diet" userId="f459a38a808e9175" providerId="LiveId" clId="{8915BCC7-19E1-4A83-9915-BF9A71412249}" dt="2026-05-04T17:04:05.583" v="136"/>
          <ac:spMkLst>
            <pc:docMk/>
            <pc:sldMk cId="2461167763" sldId="265"/>
            <ac:spMk id="6" creationId="{8ACC3609-EB0D-A7AB-AD0B-C254576CF31E}"/>
          </ac:spMkLst>
        </pc:spChg>
      </pc:sldChg>
      <pc:sldChg chg="modSp new mod">
        <pc:chgData name="Jean-Aymeric Diet" userId="f459a38a808e9175" providerId="LiveId" clId="{8915BCC7-19E1-4A83-9915-BF9A71412249}" dt="2026-05-05T10:04:22.262" v="4754" actId="2711"/>
        <pc:sldMkLst>
          <pc:docMk/>
          <pc:sldMk cId="3903435663" sldId="266"/>
        </pc:sldMkLst>
        <pc:spChg chg="mod">
          <ac:chgData name="Jean-Aymeric Diet" userId="f459a38a808e9175" providerId="LiveId" clId="{8915BCC7-19E1-4A83-9915-BF9A71412249}" dt="2026-05-05T10:04:22.262" v="4754" actId="2711"/>
          <ac:spMkLst>
            <pc:docMk/>
            <pc:sldMk cId="3903435663" sldId="266"/>
            <ac:spMk id="2" creationId="{8D839E35-46AF-31CD-1573-BA7D09001A5B}"/>
          </ac:spMkLst>
        </pc:spChg>
        <pc:spChg chg="mod">
          <ac:chgData name="Jean-Aymeric Diet" userId="f459a38a808e9175" providerId="LiveId" clId="{8915BCC7-19E1-4A83-9915-BF9A71412249}" dt="2026-05-04T18:55:11.468" v="3603" actId="6549"/>
          <ac:spMkLst>
            <pc:docMk/>
            <pc:sldMk cId="3903435663" sldId="266"/>
            <ac:spMk id="3" creationId="{194F68F4-ABCE-5BE5-DA49-FDDB824E00C1}"/>
          </ac:spMkLst>
        </pc:spChg>
      </pc:sldChg>
      <pc:sldChg chg="modSp add mod">
        <pc:chgData name="Jean-Aymeric Diet" userId="f459a38a808e9175" providerId="LiveId" clId="{8915BCC7-19E1-4A83-9915-BF9A71412249}" dt="2026-05-05T10:04:14.934" v="4753" actId="2711"/>
        <pc:sldMkLst>
          <pc:docMk/>
          <pc:sldMk cId="3491683929" sldId="267"/>
        </pc:sldMkLst>
        <pc:spChg chg="mod">
          <ac:chgData name="Jean-Aymeric Diet" userId="f459a38a808e9175" providerId="LiveId" clId="{8915BCC7-19E1-4A83-9915-BF9A71412249}" dt="2026-05-05T10:04:14.934" v="4753" actId="2711"/>
          <ac:spMkLst>
            <pc:docMk/>
            <pc:sldMk cId="3491683929" sldId="267"/>
            <ac:spMk id="2" creationId="{3C260E59-C84C-8B86-82D8-0407D7FDAD59}"/>
          </ac:spMkLst>
        </pc:spChg>
        <pc:spChg chg="mod">
          <ac:chgData name="Jean-Aymeric Diet" userId="f459a38a808e9175" providerId="LiveId" clId="{8915BCC7-19E1-4A83-9915-BF9A71412249}" dt="2026-05-04T18:51:23.137" v="3512" actId="5793"/>
          <ac:spMkLst>
            <pc:docMk/>
            <pc:sldMk cId="3491683929" sldId="267"/>
            <ac:spMk id="3" creationId="{9DEDA7ED-E88D-9DB3-888A-7A0791D9BCB8}"/>
          </ac:spMkLst>
        </pc:spChg>
      </pc:sldChg>
      <pc:sldChg chg="modSp add mod">
        <pc:chgData name="Jean-Aymeric Diet" userId="f459a38a808e9175" providerId="LiveId" clId="{8915BCC7-19E1-4A83-9915-BF9A71412249}" dt="2026-05-05T10:04:06.940" v="4751" actId="2711"/>
        <pc:sldMkLst>
          <pc:docMk/>
          <pc:sldMk cId="1087264656" sldId="268"/>
        </pc:sldMkLst>
        <pc:spChg chg="mod">
          <ac:chgData name="Jean-Aymeric Diet" userId="f459a38a808e9175" providerId="LiveId" clId="{8915BCC7-19E1-4A83-9915-BF9A71412249}" dt="2026-05-05T10:04:06.940" v="4751" actId="2711"/>
          <ac:spMkLst>
            <pc:docMk/>
            <pc:sldMk cId="1087264656" sldId="268"/>
            <ac:spMk id="2" creationId="{90753FC7-8CB9-B976-A423-F4CBE3F098DF}"/>
          </ac:spMkLst>
        </pc:spChg>
        <pc:spChg chg="mod">
          <ac:chgData name="Jean-Aymeric Diet" userId="f459a38a808e9175" providerId="LiveId" clId="{8915BCC7-19E1-4A83-9915-BF9A71412249}" dt="2026-05-04T18:05:38.008" v="2322" actId="20577"/>
          <ac:spMkLst>
            <pc:docMk/>
            <pc:sldMk cId="1087264656" sldId="268"/>
            <ac:spMk id="3" creationId="{1A766653-389A-6B1C-00A2-E73095B95FC0}"/>
          </ac:spMkLst>
        </pc:spChg>
      </pc:sldChg>
      <pc:sldChg chg="addSp delSp modSp add mod">
        <pc:chgData name="Jean-Aymeric Diet" userId="f459a38a808e9175" providerId="LiveId" clId="{8915BCC7-19E1-4A83-9915-BF9A71412249}" dt="2026-05-05T10:03:43.397" v="4746" actId="2711"/>
        <pc:sldMkLst>
          <pc:docMk/>
          <pc:sldMk cId="3245644258" sldId="269"/>
        </pc:sldMkLst>
        <pc:spChg chg="mod">
          <ac:chgData name="Jean-Aymeric Diet" userId="f459a38a808e9175" providerId="LiveId" clId="{8915BCC7-19E1-4A83-9915-BF9A71412249}" dt="2026-05-05T10:03:43.397" v="4746" actId="2711"/>
          <ac:spMkLst>
            <pc:docMk/>
            <pc:sldMk cId="3245644258" sldId="269"/>
            <ac:spMk id="2" creationId="{36B54490-8680-D237-13B5-2184B4C41C7D}"/>
          </ac:spMkLst>
        </pc:spChg>
        <pc:spChg chg="mod">
          <ac:chgData name="Jean-Aymeric Diet" userId="f459a38a808e9175" providerId="LiveId" clId="{8915BCC7-19E1-4A83-9915-BF9A71412249}" dt="2026-05-04T18:03:37.824" v="2161" actId="20577"/>
          <ac:spMkLst>
            <pc:docMk/>
            <pc:sldMk cId="3245644258" sldId="269"/>
            <ac:spMk id="3" creationId="{1B81F8FD-B8D0-3C54-B69D-B66E140190EC}"/>
          </ac:spMkLst>
        </pc:spChg>
        <pc:spChg chg="add del mod">
          <ac:chgData name="Jean-Aymeric Diet" userId="f459a38a808e9175" providerId="LiveId" clId="{8915BCC7-19E1-4A83-9915-BF9A71412249}" dt="2026-05-04T18:53:03.056" v="3550" actId="478"/>
          <ac:spMkLst>
            <pc:docMk/>
            <pc:sldMk cId="3245644258" sldId="269"/>
            <ac:spMk id="6" creationId="{E11F3297-71FF-4788-F4C7-DCFE34BCCA72}"/>
          </ac:spMkLst>
        </pc:spChg>
      </pc:sldChg>
      <pc:sldChg chg="modSp add mod">
        <pc:chgData name="Jean-Aymeric Diet" userId="f459a38a808e9175" providerId="LiveId" clId="{8915BCC7-19E1-4A83-9915-BF9A71412249}" dt="2026-05-05T10:03:52.422" v="4748" actId="2711"/>
        <pc:sldMkLst>
          <pc:docMk/>
          <pc:sldMk cId="2688671346" sldId="270"/>
        </pc:sldMkLst>
        <pc:spChg chg="mod">
          <ac:chgData name="Jean-Aymeric Diet" userId="f459a38a808e9175" providerId="LiveId" clId="{8915BCC7-19E1-4A83-9915-BF9A71412249}" dt="2026-05-05T10:03:52.422" v="4748" actId="2711"/>
          <ac:spMkLst>
            <pc:docMk/>
            <pc:sldMk cId="2688671346" sldId="270"/>
            <ac:spMk id="2" creationId="{1410A0C1-78A3-7F64-35DC-B75A350A2E2E}"/>
          </ac:spMkLst>
        </pc:spChg>
        <pc:spChg chg="mod">
          <ac:chgData name="Jean-Aymeric Diet" userId="f459a38a808e9175" providerId="LiveId" clId="{8915BCC7-19E1-4A83-9915-BF9A71412249}" dt="2026-05-04T18:52:25.724" v="3546" actId="27636"/>
          <ac:spMkLst>
            <pc:docMk/>
            <pc:sldMk cId="2688671346" sldId="270"/>
            <ac:spMk id="3" creationId="{2806E849-9A28-CAAB-9D1F-EDE3CE359CF7}"/>
          </ac:spMkLst>
        </pc:spChg>
      </pc:sldChg>
      <pc:sldChg chg="modSp add mod ord">
        <pc:chgData name="Jean-Aymeric Diet" userId="f459a38a808e9175" providerId="LiveId" clId="{8915BCC7-19E1-4A83-9915-BF9A71412249}" dt="2026-05-05T10:04:02.770" v="4750" actId="2711"/>
        <pc:sldMkLst>
          <pc:docMk/>
          <pc:sldMk cId="3021148869" sldId="271"/>
        </pc:sldMkLst>
        <pc:spChg chg="mod">
          <ac:chgData name="Jean-Aymeric Diet" userId="f459a38a808e9175" providerId="LiveId" clId="{8915BCC7-19E1-4A83-9915-BF9A71412249}" dt="2026-05-05T10:04:02.770" v="4750" actId="2711"/>
          <ac:spMkLst>
            <pc:docMk/>
            <pc:sldMk cId="3021148869" sldId="271"/>
            <ac:spMk id="2" creationId="{6C1ADD86-061B-1147-9F42-300638B4D6CF}"/>
          </ac:spMkLst>
        </pc:spChg>
        <pc:spChg chg="mod">
          <ac:chgData name="Jean-Aymeric Diet" userId="f459a38a808e9175" providerId="LiveId" clId="{8915BCC7-19E1-4A83-9915-BF9A71412249}" dt="2026-05-04T18:52:15.704" v="3543" actId="27636"/>
          <ac:spMkLst>
            <pc:docMk/>
            <pc:sldMk cId="3021148869" sldId="271"/>
            <ac:spMk id="3" creationId="{8BA72C61-F7C2-6B50-EF99-3862B33BA19B}"/>
          </ac:spMkLst>
        </pc:spChg>
      </pc:sldChg>
      <pc:sldChg chg="modSp add mod">
        <pc:chgData name="Jean-Aymeric Diet" userId="f459a38a808e9175" providerId="LiveId" clId="{8915BCC7-19E1-4A83-9915-BF9A71412249}" dt="2026-05-05T10:03:35.194" v="4744" actId="2711"/>
        <pc:sldMkLst>
          <pc:docMk/>
          <pc:sldMk cId="3024023487" sldId="272"/>
        </pc:sldMkLst>
        <pc:spChg chg="mod">
          <ac:chgData name="Jean-Aymeric Diet" userId="f459a38a808e9175" providerId="LiveId" clId="{8915BCC7-19E1-4A83-9915-BF9A71412249}" dt="2026-05-05T10:03:35.194" v="4744" actId="2711"/>
          <ac:spMkLst>
            <pc:docMk/>
            <pc:sldMk cId="3024023487" sldId="272"/>
            <ac:spMk id="2" creationId="{F222B0D4-9317-A885-5B21-8606B913A526}"/>
          </ac:spMkLst>
        </pc:spChg>
        <pc:spChg chg="mod">
          <ac:chgData name="Jean-Aymeric Diet" userId="f459a38a808e9175" providerId="LiveId" clId="{8915BCC7-19E1-4A83-9915-BF9A71412249}" dt="2026-05-04T18:48:48.682" v="3429" actId="20577"/>
          <ac:spMkLst>
            <pc:docMk/>
            <pc:sldMk cId="3024023487" sldId="272"/>
            <ac:spMk id="3" creationId="{A36117C2-A56A-8DF9-9550-F507B0149E16}"/>
          </ac:spMkLst>
        </pc:spChg>
      </pc:sldChg>
      <pc:sldChg chg="modSp add mod">
        <pc:chgData name="Jean-Aymeric Diet" userId="f459a38a808e9175" providerId="LiveId" clId="{8915BCC7-19E1-4A83-9915-BF9A71412249}" dt="2026-05-05T10:03:30.954" v="4743" actId="2711"/>
        <pc:sldMkLst>
          <pc:docMk/>
          <pc:sldMk cId="3597738364" sldId="273"/>
        </pc:sldMkLst>
        <pc:spChg chg="mod">
          <ac:chgData name="Jean-Aymeric Diet" userId="f459a38a808e9175" providerId="LiveId" clId="{8915BCC7-19E1-4A83-9915-BF9A71412249}" dt="2026-05-05T10:03:30.954" v="4743" actId="2711"/>
          <ac:spMkLst>
            <pc:docMk/>
            <pc:sldMk cId="3597738364" sldId="273"/>
            <ac:spMk id="2" creationId="{235A0135-88D5-0D33-6CE1-E5AB0E30E13F}"/>
          </ac:spMkLst>
        </pc:spChg>
        <pc:spChg chg="mod">
          <ac:chgData name="Jean-Aymeric Diet" userId="f459a38a808e9175" providerId="LiveId" clId="{8915BCC7-19E1-4A83-9915-BF9A71412249}" dt="2026-05-04T18:49:25.936" v="3469" actId="20577"/>
          <ac:spMkLst>
            <pc:docMk/>
            <pc:sldMk cId="3597738364" sldId="273"/>
            <ac:spMk id="3" creationId="{00E8C996-CBA8-B900-43D8-F220065E4C58}"/>
          </ac:spMkLst>
        </pc:spChg>
      </pc:sldChg>
      <pc:sldChg chg="addSp delSp modSp add mod">
        <pc:chgData name="Jean-Aymeric Diet" userId="f459a38a808e9175" providerId="LiveId" clId="{8915BCC7-19E1-4A83-9915-BF9A71412249}" dt="2026-05-05T10:04:11.112" v="4752" actId="2711"/>
        <pc:sldMkLst>
          <pc:docMk/>
          <pc:sldMk cId="794714180" sldId="274"/>
        </pc:sldMkLst>
        <pc:spChg chg="mod">
          <ac:chgData name="Jean-Aymeric Diet" userId="f459a38a808e9175" providerId="LiveId" clId="{8915BCC7-19E1-4A83-9915-BF9A71412249}" dt="2026-05-05T10:04:11.112" v="4752" actId="2711"/>
          <ac:spMkLst>
            <pc:docMk/>
            <pc:sldMk cId="794714180" sldId="274"/>
            <ac:spMk id="2" creationId="{9843CFD7-BC4A-CD6F-DA4C-0DD48AB3E2F2}"/>
          </ac:spMkLst>
        </pc:spChg>
        <pc:spChg chg="del mod">
          <ac:chgData name="Jean-Aymeric Diet" userId="f459a38a808e9175" providerId="LiveId" clId="{8915BCC7-19E1-4A83-9915-BF9A71412249}" dt="2026-05-04T18:50:21.873" v="3472" actId="478"/>
          <ac:spMkLst>
            <pc:docMk/>
            <pc:sldMk cId="794714180" sldId="274"/>
            <ac:spMk id="3" creationId="{9437B92C-3DC6-7F05-DE33-C752B1164FB5}"/>
          </ac:spMkLst>
        </pc:spChg>
        <pc:spChg chg="add mod">
          <ac:chgData name="Jean-Aymeric Diet" userId="f459a38a808e9175" providerId="LiveId" clId="{8915BCC7-19E1-4A83-9915-BF9A71412249}" dt="2026-05-04T18:50:31.268" v="3473"/>
          <ac:spMkLst>
            <pc:docMk/>
            <pc:sldMk cId="794714180" sldId="274"/>
            <ac:spMk id="6" creationId="{10EB3D69-FF6F-B75C-1A9C-6DD5C5E91E6D}"/>
          </ac:spMkLst>
        </pc:spChg>
        <pc:spChg chg="add mod">
          <ac:chgData name="Jean-Aymeric Diet" userId="f459a38a808e9175" providerId="LiveId" clId="{8915BCC7-19E1-4A83-9915-BF9A71412249}" dt="2026-05-04T18:51:35.766" v="3537" actId="20577"/>
          <ac:spMkLst>
            <pc:docMk/>
            <pc:sldMk cId="794714180" sldId="274"/>
            <ac:spMk id="7" creationId="{65B96F5E-DB6E-407D-3594-E853E36E2082}"/>
          </ac:spMkLst>
        </pc:spChg>
      </pc:sldChg>
      <pc:sldChg chg="modSp add mod">
        <pc:chgData name="Jean-Aymeric Diet" userId="f459a38a808e9175" providerId="LiveId" clId="{8915BCC7-19E1-4A83-9915-BF9A71412249}" dt="2026-05-05T10:03:58.982" v="4749" actId="2711"/>
        <pc:sldMkLst>
          <pc:docMk/>
          <pc:sldMk cId="1232517943" sldId="275"/>
        </pc:sldMkLst>
        <pc:spChg chg="mod">
          <ac:chgData name="Jean-Aymeric Diet" userId="f459a38a808e9175" providerId="LiveId" clId="{8915BCC7-19E1-4A83-9915-BF9A71412249}" dt="2026-05-05T10:03:58.982" v="4749" actId="2711"/>
          <ac:spMkLst>
            <pc:docMk/>
            <pc:sldMk cId="1232517943" sldId="275"/>
            <ac:spMk id="2" creationId="{4D649BAD-7A4A-2F0D-C187-19B8E773340C}"/>
          </ac:spMkLst>
        </pc:spChg>
      </pc:sldChg>
      <pc:sldChg chg="modSp add mod">
        <pc:chgData name="Jean-Aymeric Diet" userId="f459a38a808e9175" providerId="LiveId" clId="{8915BCC7-19E1-4A83-9915-BF9A71412249}" dt="2026-05-05T10:03:47.663" v="4747" actId="2711"/>
        <pc:sldMkLst>
          <pc:docMk/>
          <pc:sldMk cId="384956932" sldId="276"/>
        </pc:sldMkLst>
        <pc:spChg chg="mod">
          <ac:chgData name="Jean-Aymeric Diet" userId="f459a38a808e9175" providerId="LiveId" clId="{8915BCC7-19E1-4A83-9915-BF9A71412249}" dt="2026-05-05T10:03:47.663" v="4747" actId="2711"/>
          <ac:spMkLst>
            <pc:docMk/>
            <pc:sldMk cId="384956932" sldId="276"/>
            <ac:spMk id="2" creationId="{1C7429DB-E62B-A282-3ECB-489CBFB1EF01}"/>
          </ac:spMkLst>
        </pc:spChg>
      </pc:sldChg>
      <pc:sldChg chg="addSp modSp add mod">
        <pc:chgData name="Jean-Aymeric Diet" userId="f459a38a808e9175" providerId="LiveId" clId="{8915BCC7-19E1-4A83-9915-BF9A71412249}" dt="2026-05-05T10:03:39.502" v="4745" actId="2711"/>
        <pc:sldMkLst>
          <pc:docMk/>
          <pc:sldMk cId="2673663602" sldId="277"/>
        </pc:sldMkLst>
        <pc:spChg chg="mod">
          <ac:chgData name="Jean-Aymeric Diet" userId="f459a38a808e9175" providerId="LiveId" clId="{8915BCC7-19E1-4A83-9915-BF9A71412249}" dt="2026-05-05T10:03:39.502" v="4745" actId="2711"/>
          <ac:spMkLst>
            <pc:docMk/>
            <pc:sldMk cId="2673663602" sldId="277"/>
            <ac:spMk id="2" creationId="{09D2F0C6-4BF8-FF98-F45D-228EB7CC7F92}"/>
          </ac:spMkLst>
        </pc:spChg>
        <pc:spChg chg="add mod">
          <ac:chgData name="Jean-Aymeric Diet" userId="f459a38a808e9175" providerId="LiveId" clId="{8915BCC7-19E1-4A83-9915-BF9A71412249}" dt="2026-05-04T18:53:30.420" v="3560" actId="1076"/>
          <ac:spMkLst>
            <pc:docMk/>
            <pc:sldMk cId="2673663602" sldId="277"/>
            <ac:spMk id="3" creationId="{A0FD962F-65EC-1D6E-774D-D977F198553B}"/>
          </ac:spMkLst>
        </pc:spChg>
      </pc:sldChg>
      <pc:sldChg chg="modSp add mod">
        <pc:chgData name="Jean-Aymeric Diet" userId="f459a38a808e9175" providerId="LiveId" clId="{8915BCC7-19E1-4A83-9915-BF9A71412249}" dt="2026-05-05T10:03:27.161" v="4742" actId="2711"/>
        <pc:sldMkLst>
          <pc:docMk/>
          <pc:sldMk cId="1668588250" sldId="278"/>
        </pc:sldMkLst>
        <pc:spChg chg="mod">
          <ac:chgData name="Jean-Aymeric Diet" userId="f459a38a808e9175" providerId="LiveId" clId="{8915BCC7-19E1-4A83-9915-BF9A71412249}" dt="2026-05-05T10:03:27.161" v="4742" actId="2711"/>
          <ac:spMkLst>
            <pc:docMk/>
            <pc:sldMk cId="1668588250" sldId="278"/>
            <ac:spMk id="2" creationId="{1C697EB9-B237-2053-5ECC-BE95CD2A38B2}"/>
          </ac:spMkLst>
        </pc:spChg>
      </pc:sldChg>
      <pc:sldChg chg="modSp add mod">
        <pc:chgData name="Jean-Aymeric Diet" userId="f459a38a808e9175" providerId="LiveId" clId="{8915BCC7-19E1-4A83-9915-BF9A71412249}" dt="2026-05-05T10:03:22.462" v="4741" actId="2711"/>
        <pc:sldMkLst>
          <pc:docMk/>
          <pc:sldMk cId="262367394" sldId="279"/>
        </pc:sldMkLst>
        <pc:spChg chg="mod">
          <ac:chgData name="Jean-Aymeric Diet" userId="f459a38a808e9175" providerId="LiveId" clId="{8915BCC7-19E1-4A83-9915-BF9A71412249}" dt="2026-05-05T10:03:22.462" v="4741" actId="2711"/>
          <ac:spMkLst>
            <pc:docMk/>
            <pc:sldMk cId="262367394" sldId="279"/>
            <ac:spMk id="2" creationId="{EC305B1A-F52E-E84A-6327-7AFF91024E2E}"/>
          </ac:spMkLst>
        </pc:spChg>
        <pc:spChg chg="mod">
          <ac:chgData name="Jean-Aymeric Diet" userId="f459a38a808e9175" providerId="LiveId" clId="{8915BCC7-19E1-4A83-9915-BF9A71412249}" dt="2026-05-04T19:00:59.183" v="4359" actId="20577"/>
          <ac:spMkLst>
            <pc:docMk/>
            <pc:sldMk cId="262367394" sldId="279"/>
            <ac:spMk id="3" creationId="{F559DF01-8A28-DD50-D5F2-AA1B94FFF3D1}"/>
          </ac:spMkLst>
        </pc:spChg>
      </pc:sldChg>
      <pc:sldChg chg="addSp modSp add mod">
        <pc:chgData name="Jean-Aymeric Diet" userId="f459a38a808e9175" providerId="LiveId" clId="{8915BCC7-19E1-4A83-9915-BF9A71412249}" dt="2026-05-05T10:03:11.937" v="4739" actId="2711"/>
        <pc:sldMkLst>
          <pc:docMk/>
          <pc:sldMk cId="1764656112" sldId="280"/>
        </pc:sldMkLst>
        <pc:spChg chg="mod">
          <ac:chgData name="Jean-Aymeric Diet" userId="f459a38a808e9175" providerId="LiveId" clId="{8915BCC7-19E1-4A83-9915-BF9A71412249}" dt="2026-05-05T10:03:11.937" v="4739" actId="2711"/>
          <ac:spMkLst>
            <pc:docMk/>
            <pc:sldMk cId="1764656112" sldId="280"/>
            <ac:spMk id="2" creationId="{31AE9E5C-9FAC-4E7F-F148-B4D8AA5EBA11}"/>
          </ac:spMkLst>
        </pc:spChg>
        <pc:spChg chg="add mod">
          <ac:chgData name="Jean-Aymeric Diet" userId="f459a38a808e9175" providerId="LiveId" clId="{8915BCC7-19E1-4A83-9915-BF9A71412249}" dt="2026-05-04T19:01:30.395" v="4362"/>
          <ac:spMkLst>
            <pc:docMk/>
            <pc:sldMk cId="1764656112" sldId="280"/>
            <ac:spMk id="3" creationId="{A3CDA5F6-99C5-E351-89F0-452ADAF2FCC9}"/>
          </ac:spMkLst>
        </pc:spChg>
      </pc:sldChg>
      <pc:sldChg chg="modSp add mod">
        <pc:chgData name="Jean-Aymeric Diet" userId="f459a38a808e9175" providerId="LiveId" clId="{8915BCC7-19E1-4A83-9915-BF9A71412249}" dt="2026-05-05T10:03:17.237" v="4740" actId="2711"/>
        <pc:sldMkLst>
          <pc:docMk/>
          <pc:sldMk cId="3542513020" sldId="281"/>
        </pc:sldMkLst>
        <pc:spChg chg="mod">
          <ac:chgData name="Jean-Aymeric Diet" userId="f459a38a808e9175" providerId="LiveId" clId="{8915BCC7-19E1-4A83-9915-BF9A71412249}" dt="2026-05-05T10:03:17.237" v="4740" actId="2711"/>
          <ac:spMkLst>
            <pc:docMk/>
            <pc:sldMk cId="3542513020" sldId="281"/>
            <ac:spMk id="2" creationId="{F3E9E53F-E15C-E5B3-C1F4-D0F00895AC22}"/>
          </ac:spMkLst>
        </pc:spChg>
        <pc:spChg chg="mod">
          <ac:chgData name="Jean-Aymeric Diet" userId="f459a38a808e9175" providerId="LiveId" clId="{8915BCC7-19E1-4A83-9915-BF9A71412249}" dt="2026-05-04T19:04:21.213" v="4706" actId="20577"/>
          <ac:spMkLst>
            <pc:docMk/>
            <pc:sldMk cId="3542513020" sldId="281"/>
            <ac:spMk id="3" creationId="{A6D3C748-E3EB-72B7-B72E-1D24ECB66576}"/>
          </ac:spMkLst>
        </pc:spChg>
      </pc:sldChg>
      <pc:sldChg chg="modSp add mod">
        <pc:chgData name="Jean-Aymeric Diet" userId="f459a38a808e9175" providerId="LiveId" clId="{8915BCC7-19E1-4A83-9915-BF9A71412249}" dt="2026-05-05T10:03:06.390" v="4738" actId="2711"/>
        <pc:sldMkLst>
          <pc:docMk/>
          <pc:sldMk cId="1955999156" sldId="282"/>
        </pc:sldMkLst>
        <pc:spChg chg="mod">
          <ac:chgData name="Jean-Aymeric Diet" userId="f459a38a808e9175" providerId="LiveId" clId="{8915BCC7-19E1-4A83-9915-BF9A71412249}" dt="2026-05-05T10:03:06.390" v="4738" actId="2711"/>
          <ac:spMkLst>
            <pc:docMk/>
            <pc:sldMk cId="1955999156" sldId="282"/>
            <ac:spMk id="2" creationId="{97C9C66F-2AB1-5240-8E42-149A0B5891D7}"/>
          </ac:spMkLst>
        </pc:spChg>
      </pc:sldChg>
      <pc:sldChg chg="modSp add mod">
        <pc:chgData name="Jean-Aymeric Diet" userId="f459a38a808e9175" providerId="LiveId" clId="{8915BCC7-19E1-4A83-9915-BF9A71412249}" dt="2026-05-05T10:14:23.852" v="5370" actId="27636"/>
        <pc:sldMkLst>
          <pc:docMk/>
          <pc:sldMk cId="3191456505" sldId="283"/>
        </pc:sldMkLst>
        <pc:spChg chg="mod">
          <ac:chgData name="Jean-Aymeric Diet" userId="f459a38a808e9175" providerId="LiveId" clId="{8915BCC7-19E1-4A83-9915-BF9A71412249}" dt="2026-05-05T10:04:53.675" v="4762" actId="20577"/>
          <ac:spMkLst>
            <pc:docMk/>
            <pc:sldMk cId="3191456505" sldId="283"/>
            <ac:spMk id="2" creationId="{405352EC-04F7-FC0B-B272-C00350965B11}"/>
          </ac:spMkLst>
        </pc:spChg>
        <pc:spChg chg="mod">
          <ac:chgData name="Jean-Aymeric Diet" userId="f459a38a808e9175" providerId="LiveId" clId="{8915BCC7-19E1-4A83-9915-BF9A71412249}" dt="2026-05-05T10:14:23.852" v="5370" actId="27636"/>
          <ac:spMkLst>
            <pc:docMk/>
            <pc:sldMk cId="3191456505" sldId="283"/>
            <ac:spMk id="3" creationId="{C409D92A-AB1B-E212-2756-3ABC2EF588F0}"/>
          </ac:spMkLst>
        </pc:spChg>
      </pc:sldChg>
      <pc:sldChg chg="modSp add del mod">
        <pc:chgData name="Jean-Aymeric Diet" userId="f459a38a808e9175" providerId="LiveId" clId="{8915BCC7-19E1-4A83-9915-BF9A71412249}" dt="2026-05-05T10:14:32.464" v="5372" actId="47"/>
        <pc:sldMkLst>
          <pc:docMk/>
          <pc:sldMk cId="2012895410" sldId="284"/>
        </pc:sldMkLst>
        <pc:spChg chg="mod">
          <ac:chgData name="Jean-Aymeric Diet" userId="f459a38a808e9175" providerId="LiveId" clId="{8915BCC7-19E1-4A83-9915-BF9A71412249}" dt="2026-05-05T10:14:15.136" v="5361"/>
          <ac:spMkLst>
            <pc:docMk/>
            <pc:sldMk cId="2012895410" sldId="284"/>
            <ac:spMk id="3" creationId="{92381446-3FA3-D147-EECA-12C6FD91FF39}"/>
          </ac:spMkLst>
        </pc:spChg>
      </pc:sldChg>
      <pc:sldChg chg="delSp modSp add mod">
        <pc:chgData name="Jean-Aymeric Diet" userId="f459a38a808e9175" providerId="LiveId" clId="{8915BCC7-19E1-4A83-9915-BF9A71412249}" dt="2026-05-05T10:14:41.774" v="5375"/>
        <pc:sldMkLst>
          <pc:docMk/>
          <pc:sldMk cId="2244204585" sldId="285"/>
        </pc:sldMkLst>
        <pc:spChg chg="mod">
          <ac:chgData name="Jean-Aymeric Diet" userId="f459a38a808e9175" providerId="LiveId" clId="{8915BCC7-19E1-4A83-9915-BF9A71412249}" dt="2026-05-05T10:14:41.774" v="5375"/>
          <ac:spMkLst>
            <pc:docMk/>
            <pc:sldMk cId="2244204585" sldId="285"/>
            <ac:spMk id="2" creationId="{E88D96DA-DC56-E3F6-659C-5EFCCD13B34B}"/>
          </ac:spMkLst>
        </pc:spChg>
        <pc:spChg chg="del mod">
          <ac:chgData name="Jean-Aymeric Diet" userId="f459a38a808e9175" providerId="LiveId" clId="{8915BCC7-19E1-4A83-9915-BF9A71412249}" dt="2026-05-05T10:14:36.084" v="5374" actId="478"/>
          <ac:spMkLst>
            <pc:docMk/>
            <pc:sldMk cId="2244204585" sldId="285"/>
            <ac:spMk id="3" creationId="{59FCAF9B-9669-5EE7-56DF-EDA4A8630C9A}"/>
          </ac:spMkLst>
        </pc:spChg>
      </pc:sldChg>
      <pc:sldChg chg="modSp add mod">
        <pc:chgData name="Jean-Aymeric Diet" userId="f459a38a808e9175" providerId="LiveId" clId="{8915BCC7-19E1-4A83-9915-BF9A71412249}" dt="2026-05-05T10:22:11.306" v="6133" actId="5793"/>
        <pc:sldMkLst>
          <pc:docMk/>
          <pc:sldMk cId="631637134" sldId="286"/>
        </pc:sldMkLst>
        <pc:spChg chg="mod">
          <ac:chgData name="Jean-Aymeric Diet" userId="f459a38a808e9175" providerId="LiveId" clId="{8915BCC7-19E1-4A83-9915-BF9A71412249}" dt="2026-05-05T10:16:04.057" v="5390" actId="20577"/>
          <ac:spMkLst>
            <pc:docMk/>
            <pc:sldMk cId="631637134" sldId="286"/>
            <ac:spMk id="2" creationId="{B9EEDA0C-68AF-B2E3-D950-E261C29C3C87}"/>
          </ac:spMkLst>
        </pc:spChg>
        <pc:spChg chg="mod">
          <ac:chgData name="Jean-Aymeric Diet" userId="f459a38a808e9175" providerId="LiveId" clId="{8915BCC7-19E1-4A83-9915-BF9A71412249}" dt="2026-05-05T10:22:11.306" v="6133" actId="5793"/>
          <ac:spMkLst>
            <pc:docMk/>
            <pc:sldMk cId="631637134" sldId="286"/>
            <ac:spMk id="3" creationId="{5C3659ED-D02C-CF89-A705-7E7BBD3851B0}"/>
          </ac:spMkLst>
        </pc:spChg>
      </pc:sldChg>
      <pc:sldChg chg="addSp delSp modSp add mod">
        <pc:chgData name="Jean-Aymeric Diet" userId="f459a38a808e9175" providerId="LiveId" clId="{8915BCC7-19E1-4A83-9915-BF9A71412249}" dt="2026-05-05T10:24:11.095" v="6182" actId="20577"/>
        <pc:sldMkLst>
          <pc:docMk/>
          <pc:sldMk cId="759058784" sldId="287"/>
        </pc:sldMkLst>
        <pc:spChg chg="mod">
          <ac:chgData name="Jean-Aymeric Diet" userId="f459a38a808e9175" providerId="LiveId" clId="{8915BCC7-19E1-4A83-9915-BF9A71412249}" dt="2026-05-05T10:23:07.461" v="6137"/>
          <ac:spMkLst>
            <pc:docMk/>
            <pc:sldMk cId="759058784" sldId="287"/>
            <ac:spMk id="2" creationId="{C8F8754A-154B-94AF-22F5-406C7AEBA193}"/>
          </ac:spMkLst>
        </pc:spChg>
        <pc:spChg chg="del">
          <ac:chgData name="Jean-Aymeric Diet" userId="f459a38a808e9175" providerId="LiveId" clId="{8915BCC7-19E1-4A83-9915-BF9A71412249}" dt="2026-05-05T10:23:14.826" v="6139" actId="478"/>
          <ac:spMkLst>
            <pc:docMk/>
            <pc:sldMk cId="759058784" sldId="287"/>
            <ac:spMk id="3" creationId="{23BF4375-CE9F-289B-28FB-9B0CC2A3C2F0}"/>
          </ac:spMkLst>
        </pc:spChg>
        <pc:spChg chg="del">
          <ac:chgData name="Jean-Aymeric Diet" userId="f459a38a808e9175" providerId="LiveId" clId="{8915BCC7-19E1-4A83-9915-BF9A71412249}" dt="2026-05-05T10:23:18.054" v="6140" actId="478"/>
          <ac:spMkLst>
            <pc:docMk/>
            <pc:sldMk cId="759058784" sldId="287"/>
            <ac:spMk id="7" creationId="{2D53C79A-3B62-569C-5609-6B186F5F9680}"/>
          </ac:spMkLst>
        </pc:spChg>
        <pc:spChg chg="add del mod">
          <ac:chgData name="Jean-Aymeric Diet" userId="f459a38a808e9175" providerId="LiveId" clId="{8915BCC7-19E1-4A83-9915-BF9A71412249}" dt="2026-05-05T10:23:47.856" v="6145" actId="478"/>
          <ac:spMkLst>
            <pc:docMk/>
            <pc:sldMk cId="759058784" sldId="287"/>
            <ac:spMk id="8" creationId="{D34E4A1E-626C-BF40-105B-61BE0618EA67}"/>
          </ac:spMkLst>
        </pc:spChg>
        <pc:spChg chg="add del mod">
          <ac:chgData name="Jean-Aymeric Diet" userId="f459a38a808e9175" providerId="LiveId" clId="{8915BCC7-19E1-4A83-9915-BF9A71412249}" dt="2026-05-05T10:23:50.636" v="6147" actId="478"/>
          <ac:spMkLst>
            <pc:docMk/>
            <pc:sldMk cId="759058784" sldId="287"/>
            <ac:spMk id="10" creationId="{BBD3E13B-0AC6-553D-B625-2FDC449F3FA6}"/>
          </ac:spMkLst>
        </pc:spChg>
        <pc:spChg chg="add del mod">
          <ac:chgData name="Jean-Aymeric Diet" userId="f459a38a808e9175" providerId="LiveId" clId="{8915BCC7-19E1-4A83-9915-BF9A71412249}" dt="2026-05-05T10:23:53.496" v="6148" actId="478"/>
          <ac:spMkLst>
            <pc:docMk/>
            <pc:sldMk cId="759058784" sldId="287"/>
            <ac:spMk id="11" creationId="{79B3F28C-51E5-C57D-0B30-27DBFAB19F72}"/>
          </ac:spMkLst>
        </pc:spChg>
        <pc:spChg chg="add mod">
          <ac:chgData name="Jean-Aymeric Diet" userId="f459a38a808e9175" providerId="LiveId" clId="{8915BCC7-19E1-4A83-9915-BF9A71412249}" dt="2026-05-05T10:24:11.095" v="6182" actId="20577"/>
          <ac:spMkLst>
            <pc:docMk/>
            <pc:sldMk cId="759058784" sldId="287"/>
            <ac:spMk id="12" creationId="{BF41EF87-E4DB-3A1D-E819-C308B9DB8736}"/>
          </ac:spMkLst>
        </pc:spChg>
      </pc:sldChg>
      <pc:sldChg chg="add del">
        <pc:chgData name="Jean-Aymeric Diet" userId="f459a38a808e9175" providerId="LiveId" clId="{8915BCC7-19E1-4A83-9915-BF9A71412249}" dt="2026-05-05T10:22:46.556" v="6135" actId="47"/>
        <pc:sldMkLst>
          <pc:docMk/>
          <pc:sldMk cId="3223775487" sldId="287"/>
        </pc:sldMkLst>
      </pc:sldChg>
      <pc:sldChg chg="add del">
        <pc:chgData name="Jean-Aymeric Diet" userId="f459a38a808e9175" providerId="LiveId" clId="{8915BCC7-19E1-4A83-9915-BF9A71412249}" dt="2026-05-05T10:15:53.630" v="5379" actId="47"/>
        <pc:sldMkLst>
          <pc:docMk/>
          <pc:sldMk cId="3663267210" sldId="287"/>
        </pc:sldMkLst>
      </pc:sldChg>
      <pc:sldChg chg="add">
        <pc:chgData name="Jean-Aymeric Diet" userId="f459a38a808e9175" providerId="LiveId" clId="{8915BCC7-19E1-4A83-9915-BF9A71412249}" dt="2026-05-05T10:23:11.669" v="6138"/>
        <pc:sldMkLst>
          <pc:docMk/>
          <pc:sldMk cId="454429033" sldId="28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05240E0-1E4B-4A54-886C-06165F0C94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1C8EAB05-F881-4699-98AB-694C082020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A35499-0FBC-4993-9254-4B7E277AC605}" type="datetimeFigureOut">
              <a:rPr lang="fr-FR" smtClean="0"/>
              <a:t>05/05/2026</a:t>
            </a:fld>
            <a:endParaRPr lang="fr-FR"/>
          </a:p>
        </p:txBody>
      </p:sp>
      <p:sp>
        <p:nvSpPr>
          <p:cNvPr id="4" name="Espace réservé du pied de page 3">
            <a:extLst>
              <a:ext uri="{FF2B5EF4-FFF2-40B4-BE49-F238E27FC236}">
                <a16:creationId xmlns:a16="http://schemas.microsoft.com/office/drawing/2014/main" id="{CE09B312-1861-41EE-9A62-7EC36931F5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8E0D892E-F79D-4964-B6C0-7510411A4F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F5C58F-DCE9-4E54-9861-E678E1C8A344}" type="slidenum">
              <a:rPr lang="fr-FR" smtClean="0"/>
              <a:t>‹N°›</a:t>
            </a:fld>
            <a:endParaRPr lang="fr-FR"/>
          </a:p>
        </p:txBody>
      </p:sp>
    </p:spTree>
    <p:extLst>
      <p:ext uri="{BB962C8B-B14F-4D97-AF65-F5344CB8AC3E}">
        <p14:creationId xmlns:p14="http://schemas.microsoft.com/office/powerpoint/2010/main" val="7980964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C706F-4F46-40F2-977C-A0D1293832FD}" type="datetimeFigureOut">
              <a:rPr lang="fr-FR" smtClean="0"/>
              <a:t>05/05/2026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DF9A6-7A9B-45C9-905F-82435C0CB057}" type="slidenum">
              <a:rPr lang="fr-FR" smtClean="0"/>
              <a:t>‹N°›</a:t>
            </a:fld>
            <a:endParaRPr lang="fr-FR"/>
          </a:p>
        </p:txBody>
      </p:sp>
    </p:spTree>
    <p:extLst>
      <p:ext uri="{BB962C8B-B14F-4D97-AF65-F5344CB8AC3E}">
        <p14:creationId xmlns:p14="http://schemas.microsoft.com/office/powerpoint/2010/main" val="1531273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FECC97-90F9-420E-BDEB-BF06581A83B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FR" dirty="0"/>
          </a:p>
        </p:txBody>
      </p:sp>
      <p:sp>
        <p:nvSpPr>
          <p:cNvPr id="3" name="Sous-titre 2">
            <a:extLst>
              <a:ext uri="{FF2B5EF4-FFF2-40B4-BE49-F238E27FC236}">
                <a16:creationId xmlns:a16="http://schemas.microsoft.com/office/drawing/2014/main" id="{6D457E3F-573C-42BC-A61D-CE127A1C74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23442FE-58E7-42FE-B369-F6E5555ABF75}"/>
              </a:ext>
            </a:extLst>
          </p:cNvPr>
          <p:cNvSpPr>
            <a:spLocks noGrp="1"/>
          </p:cNvSpPr>
          <p:nvPr>
            <p:ph type="dt" sz="half" idx="10"/>
          </p:nvPr>
        </p:nvSpPr>
        <p:spPr/>
        <p:txBody>
          <a:bodyPr/>
          <a:lstStyle>
            <a:lvl1pPr>
              <a:defRPr b="1">
                <a:solidFill>
                  <a:schemeClr val="tx1"/>
                </a:solidFill>
              </a:defRPr>
            </a:lvl1p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FC568B9D-2FE9-4165-A6AD-37EB8CE1E38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0C78F8C-AAD3-49E9-B995-74DE73512B85}"/>
              </a:ext>
            </a:extLst>
          </p:cNvPr>
          <p:cNvSpPr>
            <a:spLocks noGrp="1"/>
          </p:cNvSpPr>
          <p:nvPr>
            <p:ph type="sldNum" sz="quarter" idx="12"/>
          </p:nvPr>
        </p:nvSpPr>
        <p:spPr/>
        <p:txBody>
          <a:bodyPr/>
          <a:lstStyle>
            <a:lvl1pPr>
              <a:defRPr b="1">
                <a:solidFill>
                  <a:schemeClr val="tx1"/>
                </a:solidFill>
              </a:defRPr>
            </a:lvl1pPr>
          </a:lstStyle>
          <a:p>
            <a:fld id="{13B823E6-D847-4A3E-9723-FB18D1CACB57}" type="slidenum">
              <a:rPr lang="fr-FR" smtClean="0"/>
              <a:pPr/>
              <a:t>‹N°›</a:t>
            </a:fld>
            <a:endParaRPr lang="fr-FR" dirty="0"/>
          </a:p>
        </p:txBody>
      </p:sp>
      <p:pic>
        <p:nvPicPr>
          <p:cNvPr id="7" name="Image 6">
            <a:extLst>
              <a:ext uri="{FF2B5EF4-FFF2-40B4-BE49-F238E27FC236}">
                <a16:creationId xmlns:a16="http://schemas.microsoft.com/office/drawing/2014/main" id="{1AEC6F14-E0DF-4FA9-BB36-86338E2804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293418"/>
          </a:xfrm>
          <a:prstGeom prst="rect">
            <a:avLst/>
          </a:prstGeom>
        </p:spPr>
      </p:pic>
    </p:spTree>
    <p:extLst>
      <p:ext uri="{BB962C8B-B14F-4D97-AF65-F5344CB8AC3E}">
        <p14:creationId xmlns:p14="http://schemas.microsoft.com/office/powerpoint/2010/main" val="83140338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5DA09F-4FEE-4E3E-A7B2-75D2136E974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CC0C988-C14B-421C-AFCA-CA5C46226A4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38BDB1-433B-4A70-8924-3909CE02ACCC}"/>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230DC74F-5DBD-4213-8FF4-B06B9059BEA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F492BE-B978-49F0-AF73-1E40E709A922}"/>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2530630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5D8621-C39B-494E-AE3F-E3C4F53F33E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0E070D8-CA56-460B-91D5-1B8A8C82DF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0581A18-967B-47F4-A408-CC2C149AAD94}"/>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D3CA634C-3E71-4530-8AF1-31EAE02F724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320051-DD3A-40AF-B67F-BA38BCD8FAB3}"/>
              </a:ext>
            </a:extLst>
          </p:cNvPr>
          <p:cNvSpPr>
            <a:spLocks noGrp="1"/>
          </p:cNvSpPr>
          <p:nvPr>
            <p:ph type="sldNum" sz="quarter" idx="12"/>
          </p:nvPr>
        </p:nvSpPr>
        <p:spPr/>
        <p:txBody>
          <a:bodyPr/>
          <a:lstStyle/>
          <a:p>
            <a:fld id="{13B823E6-D847-4A3E-9723-FB18D1CACB57}" type="slidenum">
              <a:rPr lang="fr-FR" smtClean="0"/>
              <a:t>‹N°›</a:t>
            </a:fld>
            <a:endParaRPr lang="fr-FR"/>
          </a:p>
        </p:txBody>
      </p:sp>
      <p:pic>
        <p:nvPicPr>
          <p:cNvPr id="7" name="Image 6">
            <a:extLst>
              <a:ext uri="{FF2B5EF4-FFF2-40B4-BE49-F238E27FC236}">
                <a16:creationId xmlns:a16="http://schemas.microsoft.com/office/drawing/2014/main" id="{0E2C739E-82E4-4CD1-9D1E-83A24310CB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293418"/>
          </a:xfrm>
          <a:prstGeom prst="rect">
            <a:avLst/>
          </a:prstGeom>
        </p:spPr>
      </p:pic>
    </p:spTree>
    <p:extLst>
      <p:ext uri="{BB962C8B-B14F-4D97-AF65-F5344CB8AC3E}">
        <p14:creationId xmlns:p14="http://schemas.microsoft.com/office/powerpoint/2010/main" val="464640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E956B0-4299-4ABB-A903-CA6DFD93887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3894E0C-B6E7-4039-AA23-09920FAD3A7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BBB5B47-69C1-4A22-BFE4-469BF445A58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E2D3ACA-34C3-4933-853C-2DCA66D34FDB}"/>
              </a:ext>
            </a:extLst>
          </p:cNvPr>
          <p:cNvSpPr>
            <a:spLocks noGrp="1"/>
          </p:cNvSpPr>
          <p:nvPr>
            <p:ph type="dt" sz="half" idx="10"/>
          </p:nvPr>
        </p:nvSpPr>
        <p:spPr/>
        <p:txBody>
          <a:bodyPr/>
          <a:lstStyle/>
          <a:p>
            <a:r>
              <a:rPr lang="fr-FR"/>
              <a:t>jeanaymeric@gmail.com</a:t>
            </a:r>
            <a:endParaRPr lang="fr-FR" dirty="0"/>
          </a:p>
        </p:txBody>
      </p:sp>
      <p:sp>
        <p:nvSpPr>
          <p:cNvPr id="6" name="Espace réservé du pied de page 5">
            <a:extLst>
              <a:ext uri="{FF2B5EF4-FFF2-40B4-BE49-F238E27FC236}">
                <a16:creationId xmlns:a16="http://schemas.microsoft.com/office/drawing/2014/main" id="{A87A3AB0-9313-4A25-B522-22993353725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C7BBB23-7EC0-48DA-8312-0F684D778934}"/>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3782964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6DD301-C97E-4E64-AE9C-65B26D46627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BE2907D-ADAF-4EF6-9BCE-78B94711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A78340C-5F55-4AEC-85F4-7772F821F9B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1E37F77-C629-4A0C-9A06-8D7ADB0786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DEFA286-350F-4CA0-829C-C0EA02F620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8F1CF99-A910-4F64-A04E-3DA95CF5A6FF}"/>
              </a:ext>
            </a:extLst>
          </p:cNvPr>
          <p:cNvSpPr>
            <a:spLocks noGrp="1"/>
          </p:cNvSpPr>
          <p:nvPr>
            <p:ph type="dt" sz="half" idx="10"/>
          </p:nvPr>
        </p:nvSpPr>
        <p:spPr/>
        <p:txBody>
          <a:bodyPr/>
          <a:lstStyle/>
          <a:p>
            <a:r>
              <a:rPr lang="fr-FR"/>
              <a:t>jeanaymeric@gmail.com</a:t>
            </a:r>
            <a:endParaRPr lang="fr-FR" dirty="0"/>
          </a:p>
        </p:txBody>
      </p:sp>
      <p:sp>
        <p:nvSpPr>
          <p:cNvPr id="8" name="Espace réservé du pied de page 7">
            <a:extLst>
              <a:ext uri="{FF2B5EF4-FFF2-40B4-BE49-F238E27FC236}">
                <a16:creationId xmlns:a16="http://schemas.microsoft.com/office/drawing/2014/main" id="{0F3759D3-39FD-4C0F-80EC-7089774B391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A466394-D54C-431B-AD79-75F42BC0EEE7}"/>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155624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0714F-C856-48EC-9052-6DE91F78699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CF20A17-08A8-485B-A424-FAFF2380138D}"/>
              </a:ext>
            </a:extLst>
          </p:cNvPr>
          <p:cNvSpPr>
            <a:spLocks noGrp="1"/>
          </p:cNvSpPr>
          <p:nvPr>
            <p:ph type="dt" sz="half" idx="10"/>
          </p:nvPr>
        </p:nvSpPr>
        <p:spPr/>
        <p:txBody>
          <a:bodyPr/>
          <a:lstStyle/>
          <a:p>
            <a:r>
              <a:rPr lang="fr-FR"/>
              <a:t>jeanaymeric@gmail.com</a:t>
            </a:r>
            <a:endParaRPr lang="fr-FR" dirty="0"/>
          </a:p>
        </p:txBody>
      </p:sp>
      <p:sp>
        <p:nvSpPr>
          <p:cNvPr id="4" name="Espace réservé du pied de page 3">
            <a:extLst>
              <a:ext uri="{FF2B5EF4-FFF2-40B4-BE49-F238E27FC236}">
                <a16:creationId xmlns:a16="http://schemas.microsoft.com/office/drawing/2014/main" id="{CA95A598-5637-4F10-991F-F8151AA6ADF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C880A8D-68E3-4173-AE27-63C922B802B1}"/>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3411010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103C38E-BCD6-4862-9E44-A957CE5D9613}"/>
              </a:ext>
            </a:extLst>
          </p:cNvPr>
          <p:cNvSpPr>
            <a:spLocks noGrp="1"/>
          </p:cNvSpPr>
          <p:nvPr>
            <p:ph type="dt" sz="half" idx="10"/>
          </p:nvPr>
        </p:nvSpPr>
        <p:spPr/>
        <p:txBody>
          <a:bodyPr/>
          <a:lstStyle/>
          <a:p>
            <a:r>
              <a:rPr lang="fr-FR"/>
              <a:t>jeanaymeric@gmail.com</a:t>
            </a:r>
            <a:endParaRPr lang="fr-FR" dirty="0"/>
          </a:p>
        </p:txBody>
      </p:sp>
      <p:sp>
        <p:nvSpPr>
          <p:cNvPr id="3" name="Espace réservé du pied de page 2">
            <a:extLst>
              <a:ext uri="{FF2B5EF4-FFF2-40B4-BE49-F238E27FC236}">
                <a16:creationId xmlns:a16="http://schemas.microsoft.com/office/drawing/2014/main" id="{0DFC73E5-3EF2-476F-99B9-766DFF04C0C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B8F2BD8-6A05-4E11-9B33-163C773FD61E}"/>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354466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962137-0864-4311-AE4C-7C0A197C053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7686630-A050-498D-A9DD-8687A4FF20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C5893DA-F4FF-4748-8B61-41BEB55B8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F1E6999-51BE-4388-816E-A7CE064A766C}"/>
              </a:ext>
            </a:extLst>
          </p:cNvPr>
          <p:cNvSpPr>
            <a:spLocks noGrp="1"/>
          </p:cNvSpPr>
          <p:nvPr>
            <p:ph type="dt" sz="half" idx="10"/>
          </p:nvPr>
        </p:nvSpPr>
        <p:spPr/>
        <p:txBody>
          <a:bodyPr/>
          <a:lstStyle/>
          <a:p>
            <a:r>
              <a:rPr lang="fr-FR"/>
              <a:t>jeanaymeric@gmail.com</a:t>
            </a:r>
            <a:endParaRPr lang="fr-FR" dirty="0"/>
          </a:p>
        </p:txBody>
      </p:sp>
      <p:sp>
        <p:nvSpPr>
          <p:cNvPr id="6" name="Espace réservé du pied de page 5">
            <a:extLst>
              <a:ext uri="{FF2B5EF4-FFF2-40B4-BE49-F238E27FC236}">
                <a16:creationId xmlns:a16="http://schemas.microsoft.com/office/drawing/2014/main" id="{BDBAD3EA-A558-4A4B-84CB-EB621C14628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630B10B-F604-4CC3-8E30-8C14E8DB2398}"/>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477898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4FB2C6-9EFD-4FD9-9C66-5A881F9B505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C808CB7-42B1-45A1-A104-74EF4A1C5E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a:extLst>
              <a:ext uri="{FF2B5EF4-FFF2-40B4-BE49-F238E27FC236}">
                <a16:creationId xmlns:a16="http://schemas.microsoft.com/office/drawing/2014/main" id="{E00ED900-3718-405F-AA45-4591F0A510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B2471BB-F0BA-4302-8E10-77BFF69AEEEC}"/>
              </a:ext>
            </a:extLst>
          </p:cNvPr>
          <p:cNvSpPr>
            <a:spLocks noGrp="1"/>
          </p:cNvSpPr>
          <p:nvPr>
            <p:ph type="dt" sz="half" idx="10"/>
          </p:nvPr>
        </p:nvSpPr>
        <p:spPr/>
        <p:txBody>
          <a:bodyPr/>
          <a:lstStyle/>
          <a:p>
            <a:r>
              <a:rPr lang="fr-FR"/>
              <a:t>jeanaymeric@gmail.com</a:t>
            </a:r>
            <a:endParaRPr lang="fr-FR" dirty="0"/>
          </a:p>
        </p:txBody>
      </p:sp>
      <p:sp>
        <p:nvSpPr>
          <p:cNvPr id="6" name="Espace réservé du pied de page 5">
            <a:extLst>
              <a:ext uri="{FF2B5EF4-FFF2-40B4-BE49-F238E27FC236}">
                <a16:creationId xmlns:a16="http://schemas.microsoft.com/office/drawing/2014/main" id="{11A0BC4C-B0B8-4F66-9D07-14A0FE4A6B2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C4B94C7-697E-4151-86B5-13FDCC7211A7}"/>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127140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ABBB9E-3441-4CDD-AE7A-E8743453B19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7A5A582-113A-440E-984D-DC5F5BF5AD1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613914F-E342-4423-AC9C-ADE8089430F0}"/>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0CFF6E35-B172-469D-8B53-4D87A4717F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5E8344F-7C7F-4035-9078-B82D5F3C59D4}"/>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237701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EA40409-E4F0-4CE0-AB37-76B893AC87A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9B50FD1-4157-4AEA-8EE3-8DC6FBFB6DE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F8F570-1E04-4C6A-B640-54B9FD1D0C0E}"/>
              </a:ext>
            </a:extLst>
          </p:cNvPr>
          <p:cNvSpPr>
            <a:spLocks noGrp="1"/>
          </p:cNvSpPr>
          <p:nvPr>
            <p:ph type="dt" sz="half" idx="10"/>
          </p:nvPr>
        </p:nvSpPr>
        <p:spPr/>
        <p:txBody>
          <a:bodyPr/>
          <a:lstStyle/>
          <a:p>
            <a:r>
              <a:rPr lang="fr-FR"/>
              <a:t>jeanaymeric@gmail.com</a:t>
            </a:r>
            <a:endParaRPr lang="fr-FR" dirty="0"/>
          </a:p>
        </p:txBody>
      </p:sp>
      <p:sp>
        <p:nvSpPr>
          <p:cNvPr id="5" name="Espace réservé du pied de page 4">
            <a:extLst>
              <a:ext uri="{FF2B5EF4-FFF2-40B4-BE49-F238E27FC236}">
                <a16:creationId xmlns:a16="http://schemas.microsoft.com/office/drawing/2014/main" id="{14BB1795-1853-4009-B696-C9EE43E17EA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88853E9-7C9D-4E57-905C-C1E02BECBA9A}"/>
              </a:ext>
            </a:extLst>
          </p:cNvPr>
          <p:cNvSpPr>
            <a:spLocks noGrp="1"/>
          </p:cNvSpPr>
          <p:nvPr>
            <p:ph type="sldNum" sz="quarter" idx="12"/>
          </p:nvPr>
        </p:nvSpPr>
        <p:spPr/>
        <p:txBody>
          <a:bodyPr/>
          <a:lstStyle/>
          <a:p>
            <a:fld id="{13B823E6-D847-4A3E-9723-FB18D1CACB57}" type="slidenum">
              <a:rPr lang="fr-FR" smtClean="0"/>
              <a:t>‹N°›</a:t>
            </a:fld>
            <a:endParaRPr lang="fr-FR"/>
          </a:p>
        </p:txBody>
      </p:sp>
    </p:spTree>
    <p:extLst>
      <p:ext uri="{BB962C8B-B14F-4D97-AF65-F5344CB8AC3E}">
        <p14:creationId xmlns:p14="http://schemas.microsoft.com/office/powerpoint/2010/main" val="216145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E4797AD9-4691-409A-A77D-C404D916F95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305399"/>
            <a:ext cx="12192000" cy="540425"/>
          </a:xfrm>
          <a:prstGeom prst="rect">
            <a:avLst/>
          </a:prstGeom>
        </p:spPr>
      </p:pic>
      <p:sp>
        <p:nvSpPr>
          <p:cNvPr id="2" name="Espace réservé du titre 1">
            <a:extLst>
              <a:ext uri="{FF2B5EF4-FFF2-40B4-BE49-F238E27FC236}">
                <a16:creationId xmlns:a16="http://schemas.microsoft.com/office/drawing/2014/main" id="{6663058C-BB4D-457A-A78B-3CEB07C82D3F}"/>
              </a:ext>
            </a:extLst>
          </p:cNvPr>
          <p:cNvSpPr>
            <a:spLocks noGrp="1"/>
          </p:cNvSpPr>
          <p:nvPr>
            <p:ph type="title"/>
          </p:nvPr>
        </p:nvSpPr>
        <p:spPr>
          <a:xfrm>
            <a:off x="838200" y="591376"/>
            <a:ext cx="10515600" cy="1099312"/>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249EC66C-A8FA-46FD-8445-4F07752CA0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7C3340D6-2B78-4393-86DE-D599C3FB84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r>
              <a:rPr lang="fr-FR" dirty="0"/>
              <a:t>jeanaymeric@gmail.com</a:t>
            </a:r>
          </a:p>
        </p:txBody>
      </p:sp>
      <p:sp>
        <p:nvSpPr>
          <p:cNvPr id="5" name="Espace réservé du pied de page 4">
            <a:extLst>
              <a:ext uri="{FF2B5EF4-FFF2-40B4-BE49-F238E27FC236}">
                <a16:creationId xmlns:a16="http://schemas.microsoft.com/office/drawing/2014/main" id="{0C2A9B71-960F-4D1F-BB1D-A434599247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1D3B2F6D-9471-49A5-B10E-EC7F3996E0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13B823E6-D847-4A3E-9723-FB18D1CACB57}" type="slidenum">
              <a:rPr lang="fr-FR" smtClean="0"/>
              <a:pPr/>
              <a:t>‹N°›</a:t>
            </a:fld>
            <a:endParaRPr lang="fr-FR" dirty="0"/>
          </a:p>
        </p:txBody>
      </p:sp>
      <p:pic>
        <p:nvPicPr>
          <p:cNvPr id="18" name="Image 17">
            <a:extLst>
              <a:ext uri="{FF2B5EF4-FFF2-40B4-BE49-F238E27FC236}">
                <a16:creationId xmlns:a16="http://schemas.microsoft.com/office/drawing/2014/main" id="{9083337B-DB4C-4621-BC24-E732045B4A5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540425"/>
          </a:xfrm>
          <a:prstGeom prst="rect">
            <a:avLst/>
          </a:prstGeom>
        </p:spPr>
      </p:pic>
    </p:spTree>
    <p:extLst>
      <p:ext uri="{BB962C8B-B14F-4D97-AF65-F5344CB8AC3E}">
        <p14:creationId xmlns:p14="http://schemas.microsoft.com/office/powerpoint/2010/main" val="3027713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b="1" kern="1200" cap="small" baseline="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85B32D2-1B1B-545B-014A-C00A72E50065}"/>
              </a:ext>
            </a:extLst>
          </p:cNvPr>
          <p:cNvSpPr>
            <a:spLocks noGrp="1"/>
          </p:cNvSpPr>
          <p:nvPr>
            <p:ph type="subTitle" idx="1"/>
          </p:nvPr>
        </p:nvSpPr>
        <p:spPr>
          <a:xfrm>
            <a:off x="5551054" y="3602038"/>
            <a:ext cx="5116945" cy="1655762"/>
          </a:xfrm>
        </p:spPr>
        <p:txBody>
          <a:bodyPr>
            <a:normAutofit/>
          </a:bodyPr>
          <a:lstStyle/>
          <a:p>
            <a:r>
              <a:rPr lang="fr-FR" sz="4400" b="1" dirty="0">
                <a:latin typeface="VTCGoblinHand" panose="02000904060000020004" pitchFamily="2" charset="0"/>
              </a:rPr>
              <a:t>Round One</a:t>
            </a:r>
          </a:p>
        </p:txBody>
      </p:sp>
      <p:sp>
        <p:nvSpPr>
          <p:cNvPr id="4" name="Espace réservé de la date 3">
            <a:extLst>
              <a:ext uri="{FF2B5EF4-FFF2-40B4-BE49-F238E27FC236}">
                <a16:creationId xmlns:a16="http://schemas.microsoft.com/office/drawing/2014/main" id="{7D0878F9-94C0-7AD3-4B42-03927F411AAC}"/>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F188899-2D85-2E9D-CC40-CB75C4CDFF54}"/>
              </a:ext>
            </a:extLst>
          </p:cNvPr>
          <p:cNvSpPr>
            <a:spLocks noGrp="1"/>
          </p:cNvSpPr>
          <p:nvPr>
            <p:ph type="sldNum" sz="quarter" idx="12"/>
          </p:nvPr>
        </p:nvSpPr>
        <p:spPr/>
        <p:txBody>
          <a:bodyPr/>
          <a:lstStyle/>
          <a:p>
            <a:fld id="{13B823E6-D847-4A3E-9723-FB18D1CACB57}" type="slidenum">
              <a:rPr lang="fr-FR" smtClean="0"/>
              <a:pPr/>
              <a:t>1</a:t>
            </a:fld>
            <a:endParaRPr lang="fr-FR" dirty="0"/>
          </a:p>
        </p:txBody>
      </p:sp>
      <p:pic>
        <p:nvPicPr>
          <p:cNvPr id="7" name="Image 6">
            <a:extLst>
              <a:ext uri="{FF2B5EF4-FFF2-40B4-BE49-F238E27FC236}">
                <a16:creationId xmlns:a16="http://schemas.microsoft.com/office/drawing/2014/main" id="{C3D00EBD-5C27-4EDB-4289-2E829F3CE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655" y="1383002"/>
            <a:ext cx="4438072" cy="4438072"/>
          </a:xfrm>
          <a:prstGeom prst="rect">
            <a:avLst/>
          </a:prstGeom>
        </p:spPr>
      </p:pic>
    </p:spTree>
    <p:extLst>
      <p:ext uri="{BB962C8B-B14F-4D97-AF65-F5344CB8AC3E}">
        <p14:creationId xmlns:p14="http://schemas.microsoft.com/office/powerpoint/2010/main" val="3440523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691FD3-8E6E-1631-0399-5531AA9B3BE4}"/>
              </a:ext>
            </a:extLst>
          </p:cNvPr>
          <p:cNvSpPr>
            <a:spLocks noGrp="1"/>
          </p:cNvSpPr>
          <p:nvPr>
            <p:ph type="title"/>
          </p:nvPr>
        </p:nvSpPr>
        <p:spPr/>
        <p:txBody>
          <a:bodyPr/>
          <a:lstStyle/>
          <a:p>
            <a:r>
              <a:rPr lang="fr-FR" dirty="0">
                <a:latin typeface="VTCGoblinHand" panose="02000904060000020004" pitchFamily="2" charset="0"/>
              </a:rPr>
              <a:t>Contexte</a:t>
            </a:r>
          </a:p>
        </p:txBody>
      </p:sp>
      <p:sp>
        <p:nvSpPr>
          <p:cNvPr id="3" name="Espace réservé du contenu 2">
            <a:extLst>
              <a:ext uri="{FF2B5EF4-FFF2-40B4-BE49-F238E27FC236}">
                <a16:creationId xmlns:a16="http://schemas.microsoft.com/office/drawing/2014/main" id="{4D3FA0F8-F664-B921-8D80-3D3E935139F4}"/>
              </a:ext>
            </a:extLst>
          </p:cNvPr>
          <p:cNvSpPr>
            <a:spLocks noGrp="1"/>
          </p:cNvSpPr>
          <p:nvPr>
            <p:ph idx="1"/>
          </p:nvPr>
        </p:nvSpPr>
        <p:spPr/>
        <p:txBody>
          <a:bodyPr>
            <a:normAutofit fontScale="85000" lnSpcReduction="20000"/>
          </a:bodyPr>
          <a:lstStyle/>
          <a:p>
            <a:r>
              <a:rPr lang="fr-FR" dirty="0"/>
              <a:t>Développer un simulateur d’affrontement entre deux équipes de </a:t>
            </a:r>
            <a:r>
              <a:rPr lang="fr-FR" b="1" dirty="0">
                <a:solidFill>
                  <a:srgbClr val="FF0000"/>
                </a:solidFill>
              </a:rPr>
              <a:t>5 gobelins</a:t>
            </a:r>
            <a:r>
              <a:rPr lang="fr-FR" dirty="0"/>
              <a:t>.</a:t>
            </a:r>
          </a:p>
          <a:p>
            <a:r>
              <a:rPr lang="fr-FR" dirty="0"/>
              <a:t>Le but est de :</a:t>
            </a:r>
          </a:p>
          <a:p>
            <a:pPr lvl="1"/>
            <a:r>
              <a:rPr lang="fr-FR" dirty="0"/>
              <a:t>manipuler </a:t>
            </a:r>
            <a:r>
              <a:rPr lang="fr-FR" b="1" dirty="0">
                <a:solidFill>
                  <a:srgbClr val="FF0000"/>
                </a:solidFill>
              </a:rPr>
              <a:t>dictionnaires imbriqués</a:t>
            </a:r>
          </a:p>
          <a:p>
            <a:pPr lvl="1"/>
            <a:r>
              <a:rPr lang="fr-FR" dirty="0"/>
              <a:t>manipuler </a:t>
            </a:r>
            <a:r>
              <a:rPr lang="fr-FR" b="1" dirty="0">
                <a:solidFill>
                  <a:srgbClr val="FF0000"/>
                </a:solidFill>
              </a:rPr>
              <a:t>listes</a:t>
            </a:r>
            <a:r>
              <a:rPr lang="fr-FR" dirty="0"/>
              <a:t> et </a:t>
            </a:r>
            <a:r>
              <a:rPr lang="fr-FR" b="1" dirty="0">
                <a:solidFill>
                  <a:srgbClr val="FF0000"/>
                </a:solidFill>
              </a:rPr>
              <a:t>fonctions</a:t>
            </a:r>
          </a:p>
          <a:p>
            <a:pPr lvl="1"/>
            <a:r>
              <a:rPr lang="fr-FR" b="1" dirty="0">
                <a:solidFill>
                  <a:srgbClr val="FF0000"/>
                </a:solidFill>
              </a:rPr>
              <a:t>structurer un programme </a:t>
            </a:r>
            <a:r>
              <a:rPr lang="fr-FR" dirty="0"/>
              <a:t>modulaire et lisible.</a:t>
            </a:r>
          </a:p>
          <a:p>
            <a:endParaRPr lang="fr-FR" dirty="0"/>
          </a:p>
          <a:p>
            <a:r>
              <a:rPr lang="fr-FR" b="1" dirty="0">
                <a:solidFill>
                  <a:srgbClr val="FF0000"/>
                </a:solidFill>
              </a:rPr>
              <a:t>Séance 1 : </a:t>
            </a:r>
            <a:r>
              <a:rPr lang="fr-FR" dirty="0"/>
              <a:t>génération des gobelins et boucle de combat basique</a:t>
            </a:r>
          </a:p>
          <a:p>
            <a:r>
              <a:rPr lang="fr-FR" b="1" dirty="0">
                <a:solidFill>
                  <a:srgbClr val="FF0000"/>
                </a:solidFill>
              </a:rPr>
              <a:t>Séance 2 : </a:t>
            </a:r>
            <a:r>
              <a:rPr lang="fr-FR" dirty="0"/>
              <a:t>classes spéciales, statuts et IA simple.</a:t>
            </a:r>
          </a:p>
          <a:p>
            <a:endParaRPr lang="fr-FR" dirty="0"/>
          </a:p>
          <a:p>
            <a:r>
              <a:rPr lang="fr-FR" b="1" dirty="0">
                <a:solidFill>
                  <a:srgbClr val="FF0000"/>
                </a:solidFill>
              </a:rPr>
              <a:t>Livrables :</a:t>
            </a:r>
          </a:p>
          <a:p>
            <a:pPr lvl="1"/>
            <a:r>
              <a:rPr lang="fr-FR" dirty="0"/>
              <a:t>Tous les fichiers .</a:t>
            </a:r>
            <a:r>
              <a:rPr lang="fr-FR" dirty="0" err="1"/>
              <a:t>py</a:t>
            </a:r>
            <a:endParaRPr lang="fr-FR" dirty="0"/>
          </a:p>
          <a:p>
            <a:pPr lvl="1"/>
            <a:r>
              <a:rPr lang="fr-FR" dirty="0"/>
              <a:t>README.md (mode d’emploi)</a:t>
            </a:r>
          </a:p>
          <a:p>
            <a:endParaRPr lang="fr-FR" dirty="0"/>
          </a:p>
          <a:p>
            <a:endParaRPr lang="fr-FR" dirty="0"/>
          </a:p>
        </p:txBody>
      </p:sp>
      <p:sp>
        <p:nvSpPr>
          <p:cNvPr id="4" name="Espace réservé de la date 3">
            <a:extLst>
              <a:ext uri="{FF2B5EF4-FFF2-40B4-BE49-F238E27FC236}">
                <a16:creationId xmlns:a16="http://schemas.microsoft.com/office/drawing/2014/main" id="{2E2933C8-05C6-49D1-932D-51ACB1A71FD9}"/>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729588B5-D669-C68E-FE67-D08F475A3B13}"/>
              </a:ext>
            </a:extLst>
          </p:cNvPr>
          <p:cNvSpPr>
            <a:spLocks noGrp="1"/>
          </p:cNvSpPr>
          <p:nvPr>
            <p:ph type="sldNum" sz="quarter" idx="12"/>
          </p:nvPr>
        </p:nvSpPr>
        <p:spPr/>
        <p:txBody>
          <a:bodyPr/>
          <a:lstStyle/>
          <a:p>
            <a:fld id="{13B823E6-D847-4A3E-9723-FB18D1CACB57}" type="slidenum">
              <a:rPr lang="fr-FR" smtClean="0"/>
              <a:t>2</a:t>
            </a:fld>
            <a:endParaRPr lang="fr-FR"/>
          </a:p>
        </p:txBody>
      </p:sp>
    </p:spTree>
    <p:extLst>
      <p:ext uri="{BB962C8B-B14F-4D97-AF65-F5344CB8AC3E}">
        <p14:creationId xmlns:p14="http://schemas.microsoft.com/office/powerpoint/2010/main" val="191161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83BD5-BBE6-E0DA-3ED7-DACF4710F2D2}"/>
              </a:ext>
            </a:extLst>
          </p:cNvPr>
          <p:cNvSpPr>
            <a:spLocks noGrp="1"/>
          </p:cNvSpPr>
          <p:nvPr>
            <p:ph type="title"/>
          </p:nvPr>
        </p:nvSpPr>
        <p:spPr/>
        <p:txBody>
          <a:bodyPr/>
          <a:lstStyle/>
          <a:p>
            <a:r>
              <a:rPr lang="fr-FR" dirty="0">
                <a:latin typeface="VTCGoblinHand" panose="02000904060000020004" pitchFamily="2" charset="0"/>
              </a:rPr>
              <a:t>Contraintes</a:t>
            </a:r>
          </a:p>
        </p:txBody>
      </p:sp>
      <p:sp>
        <p:nvSpPr>
          <p:cNvPr id="3" name="Espace réservé du contenu 2">
            <a:extLst>
              <a:ext uri="{FF2B5EF4-FFF2-40B4-BE49-F238E27FC236}">
                <a16:creationId xmlns:a16="http://schemas.microsoft.com/office/drawing/2014/main" id="{9205C1FE-C36C-7E0A-A19A-1A09EA8CBF36}"/>
              </a:ext>
            </a:extLst>
          </p:cNvPr>
          <p:cNvSpPr>
            <a:spLocks noGrp="1"/>
          </p:cNvSpPr>
          <p:nvPr>
            <p:ph idx="1"/>
          </p:nvPr>
        </p:nvSpPr>
        <p:spPr>
          <a:xfrm>
            <a:off x="834242" y="1825625"/>
            <a:ext cx="10515600" cy="4351338"/>
          </a:xfrm>
        </p:spPr>
        <p:txBody>
          <a:bodyPr/>
          <a:lstStyle/>
          <a:p>
            <a:r>
              <a:rPr lang="fr-FR" dirty="0"/>
              <a:t>Console uniquement</a:t>
            </a:r>
          </a:p>
          <a:p>
            <a:r>
              <a:rPr lang="fr-FR" dirty="0"/>
              <a:t>Manipulation obligatoire de dictionnaires pour équipes et gobelins.</a:t>
            </a:r>
          </a:p>
          <a:p>
            <a:r>
              <a:rPr lang="fr-FR" dirty="0"/>
              <a:t>Implémenter au moins 3 classes de gobelins différentes.</a:t>
            </a:r>
          </a:p>
          <a:p>
            <a:r>
              <a:rPr lang="fr-FR" dirty="0"/>
              <a:t>Code robuste face à l’absence de clés</a:t>
            </a:r>
          </a:p>
          <a:p>
            <a:r>
              <a:rPr lang="fr-FR" dirty="0"/>
              <a:t>Pas de POO.</a:t>
            </a:r>
          </a:p>
          <a:p>
            <a:endParaRPr lang="fr-FR" dirty="0"/>
          </a:p>
        </p:txBody>
      </p:sp>
      <p:sp>
        <p:nvSpPr>
          <p:cNvPr id="4" name="Espace réservé de la date 3">
            <a:extLst>
              <a:ext uri="{FF2B5EF4-FFF2-40B4-BE49-F238E27FC236}">
                <a16:creationId xmlns:a16="http://schemas.microsoft.com/office/drawing/2014/main" id="{85A4EFD4-9EDD-5F74-1B08-B90F2A38B899}"/>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2293062C-70AD-8E27-B2AD-63BF5BBF7C73}"/>
              </a:ext>
            </a:extLst>
          </p:cNvPr>
          <p:cNvSpPr>
            <a:spLocks noGrp="1"/>
          </p:cNvSpPr>
          <p:nvPr>
            <p:ph type="sldNum" sz="quarter" idx="12"/>
          </p:nvPr>
        </p:nvSpPr>
        <p:spPr/>
        <p:txBody>
          <a:bodyPr/>
          <a:lstStyle/>
          <a:p>
            <a:fld id="{13B823E6-D847-4A3E-9723-FB18D1CACB57}" type="slidenum">
              <a:rPr lang="fr-FR" smtClean="0"/>
              <a:t>3</a:t>
            </a:fld>
            <a:endParaRPr lang="fr-FR"/>
          </a:p>
        </p:txBody>
      </p:sp>
    </p:spTree>
    <p:extLst>
      <p:ext uri="{BB962C8B-B14F-4D97-AF65-F5344CB8AC3E}">
        <p14:creationId xmlns:p14="http://schemas.microsoft.com/office/powerpoint/2010/main" val="246116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39E35-46AF-31CD-1573-BA7D09001A5B}"/>
              </a:ext>
            </a:extLst>
          </p:cNvPr>
          <p:cNvSpPr>
            <a:spLocks noGrp="1"/>
          </p:cNvSpPr>
          <p:nvPr>
            <p:ph type="title"/>
          </p:nvPr>
        </p:nvSpPr>
        <p:spPr/>
        <p:txBody>
          <a:bodyPr/>
          <a:lstStyle/>
          <a:p>
            <a:r>
              <a:rPr lang="fr-FR" dirty="0">
                <a:latin typeface="VTCGoblinHand" panose="02000904060000020004" pitchFamily="2" charset="0"/>
              </a:rPr>
              <a:t>Step 1 : </a:t>
            </a:r>
            <a:r>
              <a:rPr lang="fr-FR" dirty="0" err="1">
                <a:latin typeface="VTCGoblinHand" panose="02000904060000020004" pitchFamily="2" charset="0"/>
              </a:rPr>
              <a:t>GobelinRumble</a:t>
            </a:r>
            <a:r>
              <a:rPr lang="fr-FR" dirty="0">
                <a:latin typeface="VTCGoblinHand" panose="02000904060000020004" pitchFamily="2" charset="0"/>
              </a:rPr>
              <a:t> Start</a:t>
            </a:r>
          </a:p>
        </p:txBody>
      </p:sp>
      <p:sp>
        <p:nvSpPr>
          <p:cNvPr id="3" name="Espace réservé du contenu 2">
            <a:extLst>
              <a:ext uri="{FF2B5EF4-FFF2-40B4-BE49-F238E27FC236}">
                <a16:creationId xmlns:a16="http://schemas.microsoft.com/office/drawing/2014/main" id="{194F68F4-ABCE-5BE5-DA49-FDDB824E00C1}"/>
              </a:ext>
            </a:extLst>
          </p:cNvPr>
          <p:cNvSpPr>
            <a:spLocks noGrp="1"/>
          </p:cNvSpPr>
          <p:nvPr>
            <p:ph idx="1"/>
          </p:nvPr>
        </p:nvSpPr>
        <p:spPr/>
        <p:txBody>
          <a:bodyPr/>
          <a:lstStyle/>
          <a:p>
            <a:r>
              <a:rPr lang="fr-FR" dirty="0"/>
              <a:t>Récupération du projet de départ </a:t>
            </a:r>
          </a:p>
          <a:p>
            <a:endParaRPr lang="fr-FR" dirty="0"/>
          </a:p>
          <a:p>
            <a:r>
              <a:rPr lang="fr-FR" dirty="0"/>
              <a:t>Mise à jour du READM.md avec les noms des membres du groupe</a:t>
            </a:r>
          </a:p>
        </p:txBody>
      </p:sp>
      <p:sp>
        <p:nvSpPr>
          <p:cNvPr id="4" name="Espace réservé de la date 3">
            <a:extLst>
              <a:ext uri="{FF2B5EF4-FFF2-40B4-BE49-F238E27FC236}">
                <a16:creationId xmlns:a16="http://schemas.microsoft.com/office/drawing/2014/main" id="{04356C19-DEDD-0FA3-D91C-7126F3122F1A}"/>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95D1570-01F7-3E6D-9E85-A00B461E7E24}"/>
              </a:ext>
            </a:extLst>
          </p:cNvPr>
          <p:cNvSpPr>
            <a:spLocks noGrp="1"/>
          </p:cNvSpPr>
          <p:nvPr>
            <p:ph type="sldNum" sz="quarter" idx="12"/>
          </p:nvPr>
        </p:nvSpPr>
        <p:spPr/>
        <p:txBody>
          <a:bodyPr/>
          <a:lstStyle/>
          <a:p>
            <a:fld id="{13B823E6-D847-4A3E-9723-FB18D1CACB57}" type="slidenum">
              <a:rPr lang="fr-FR" smtClean="0"/>
              <a:t>4</a:t>
            </a:fld>
            <a:endParaRPr lang="fr-FR"/>
          </a:p>
        </p:txBody>
      </p:sp>
    </p:spTree>
    <p:extLst>
      <p:ext uri="{BB962C8B-B14F-4D97-AF65-F5344CB8AC3E}">
        <p14:creationId xmlns:p14="http://schemas.microsoft.com/office/powerpoint/2010/main" val="3903435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5E69A-D0C4-F117-68C2-2BE61494B0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260E59-C84C-8B86-82D8-0407D7FDAD59}"/>
              </a:ext>
            </a:extLst>
          </p:cNvPr>
          <p:cNvSpPr>
            <a:spLocks noGrp="1"/>
          </p:cNvSpPr>
          <p:nvPr>
            <p:ph type="title"/>
          </p:nvPr>
        </p:nvSpPr>
        <p:spPr/>
        <p:txBody>
          <a:bodyPr/>
          <a:lstStyle/>
          <a:p>
            <a:r>
              <a:rPr lang="fr-FR" dirty="0">
                <a:latin typeface="VTCGoblinHand" panose="02000904060000020004" pitchFamily="2" charset="0"/>
              </a:rPr>
              <a:t>Step 2 : </a:t>
            </a:r>
            <a:r>
              <a:rPr lang="fr-FR" dirty="0" err="1">
                <a:latin typeface="VTCGoblinHand" panose="02000904060000020004" pitchFamily="2" charset="0"/>
              </a:rPr>
              <a:t>generateName</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9DEDA7ED-E88D-9DB3-888A-7A0791D9BCB8}"/>
              </a:ext>
            </a:extLst>
          </p:cNvPr>
          <p:cNvSpPr>
            <a:spLocks noGrp="1"/>
          </p:cNvSpPr>
          <p:nvPr>
            <p:ph idx="1"/>
          </p:nvPr>
        </p:nvSpPr>
        <p:spPr/>
        <p:txBody>
          <a:bodyPr/>
          <a:lstStyle/>
          <a:p>
            <a:r>
              <a:rPr lang="fr-FR" dirty="0"/>
              <a:t>Écrire une fonction dans names.py qui retourne une chaîne représentant le nom complet d’un gobelin.</a:t>
            </a:r>
          </a:p>
          <a:p>
            <a:endParaRPr lang="fr-FR" dirty="0"/>
          </a:p>
          <a:p>
            <a:r>
              <a:rPr lang="fr-FR" dirty="0"/>
              <a:t>Le nom doit être composé d’un préfixe + infixe + suffixe, correctement capitalisé, suivi d’un adjectif/complément (ex. </a:t>
            </a:r>
            <a:r>
              <a:rPr lang="fr-FR" dirty="0" err="1"/>
              <a:t>Grukn</a:t>
            </a:r>
            <a:r>
              <a:rPr lang="fr-FR" dirty="0"/>
              <a:t> le Ténébreux).</a:t>
            </a:r>
          </a:p>
          <a:p>
            <a:endParaRPr lang="fr-FR" dirty="0"/>
          </a:p>
          <a:p>
            <a:r>
              <a:rPr lang="fr-FR" dirty="0"/>
              <a:t>N'oubliez pas de modifier la signature de votre fonction.</a:t>
            </a:r>
          </a:p>
          <a:p>
            <a:endParaRPr lang="fr-FR" dirty="0"/>
          </a:p>
          <a:p>
            <a:r>
              <a:rPr lang="fr-FR" dirty="0"/>
              <a:t>Tester votre fonction.</a:t>
            </a:r>
          </a:p>
          <a:p>
            <a:pPr marL="0" indent="0">
              <a:buNone/>
            </a:pPr>
            <a:endParaRPr lang="fr-FR" dirty="0"/>
          </a:p>
        </p:txBody>
      </p:sp>
      <p:sp>
        <p:nvSpPr>
          <p:cNvPr id="4" name="Espace réservé de la date 3">
            <a:extLst>
              <a:ext uri="{FF2B5EF4-FFF2-40B4-BE49-F238E27FC236}">
                <a16:creationId xmlns:a16="http://schemas.microsoft.com/office/drawing/2014/main" id="{3B960663-9277-4EC4-395E-FBA21DEC6010}"/>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6F1BB0CE-849E-2B6B-73BA-E02BE3DC8DEB}"/>
              </a:ext>
            </a:extLst>
          </p:cNvPr>
          <p:cNvSpPr>
            <a:spLocks noGrp="1"/>
          </p:cNvSpPr>
          <p:nvPr>
            <p:ph type="sldNum" sz="quarter" idx="12"/>
          </p:nvPr>
        </p:nvSpPr>
        <p:spPr/>
        <p:txBody>
          <a:bodyPr/>
          <a:lstStyle/>
          <a:p>
            <a:fld id="{13B823E6-D847-4A3E-9723-FB18D1CACB57}" type="slidenum">
              <a:rPr lang="fr-FR" smtClean="0"/>
              <a:t>5</a:t>
            </a:fld>
            <a:endParaRPr lang="fr-FR"/>
          </a:p>
        </p:txBody>
      </p:sp>
    </p:spTree>
    <p:extLst>
      <p:ext uri="{BB962C8B-B14F-4D97-AF65-F5344CB8AC3E}">
        <p14:creationId xmlns:p14="http://schemas.microsoft.com/office/powerpoint/2010/main" val="3491683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6B20-FB92-240A-74A0-2472795E5A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43CFD7-BC4A-CD6F-DA4C-0DD48AB3E2F2}"/>
              </a:ext>
            </a:extLst>
          </p:cNvPr>
          <p:cNvSpPr>
            <a:spLocks noGrp="1"/>
          </p:cNvSpPr>
          <p:nvPr>
            <p:ph type="title"/>
          </p:nvPr>
        </p:nvSpPr>
        <p:spPr/>
        <p:txBody>
          <a:bodyPr/>
          <a:lstStyle/>
          <a:p>
            <a:r>
              <a:rPr lang="fr-FR" dirty="0">
                <a:latin typeface="VTCGoblinHand" panose="02000904060000020004" pitchFamily="2" charset="0"/>
              </a:rPr>
              <a:t>Step 2 : </a:t>
            </a:r>
            <a:r>
              <a:rPr lang="fr-FR" dirty="0" err="1">
                <a:latin typeface="VTCGoblinHand" panose="02000904060000020004" pitchFamily="2" charset="0"/>
              </a:rPr>
              <a:t>generateName</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98E7FF27-9AC1-5E2C-B852-7ABB85BFB600}"/>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69F50659-BBF9-4641-8A08-E8FC7E1A14D9}"/>
              </a:ext>
            </a:extLst>
          </p:cNvPr>
          <p:cNvSpPr>
            <a:spLocks noGrp="1"/>
          </p:cNvSpPr>
          <p:nvPr>
            <p:ph type="sldNum" sz="quarter" idx="12"/>
          </p:nvPr>
        </p:nvSpPr>
        <p:spPr/>
        <p:txBody>
          <a:bodyPr/>
          <a:lstStyle/>
          <a:p>
            <a:fld id="{13B823E6-D847-4A3E-9723-FB18D1CACB57}" type="slidenum">
              <a:rPr lang="fr-FR" smtClean="0"/>
              <a:t>6</a:t>
            </a:fld>
            <a:endParaRPr lang="fr-FR"/>
          </a:p>
        </p:txBody>
      </p:sp>
      <p:sp>
        <p:nvSpPr>
          <p:cNvPr id="6" name="Rectangle : coins arrondis 5">
            <a:extLst>
              <a:ext uri="{FF2B5EF4-FFF2-40B4-BE49-F238E27FC236}">
                <a16:creationId xmlns:a16="http://schemas.microsoft.com/office/drawing/2014/main" id="{10EB3D69-FF6F-B75C-1A9C-6DD5C5E91E6D}"/>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65B96F5E-DB6E-407D-3594-E853E36E2082}"/>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Tree>
    <p:extLst>
      <p:ext uri="{BB962C8B-B14F-4D97-AF65-F5344CB8AC3E}">
        <p14:creationId xmlns:p14="http://schemas.microsoft.com/office/powerpoint/2010/main" val="79471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0BDEE-A809-8D40-13B1-D401EE79AF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753FC7-8CB9-B976-A423-F4CBE3F098DF}"/>
              </a:ext>
            </a:extLst>
          </p:cNvPr>
          <p:cNvSpPr>
            <a:spLocks noGrp="1"/>
          </p:cNvSpPr>
          <p:nvPr>
            <p:ph type="title"/>
          </p:nvPr>
        </p:nvSpPr>
        <p:spPr/>
        <p:txBody>
          <a:bodyPr/>
          <a:lstStyle/>
          <a:p>
            <a:r>
              <a:rPr lang="fr-FR" dirty="0">
                <a:latin typeface="VTCGoblinHand" panose="02000904060000020004" pitchFamily="2" charset="0"/>
              </a:rPr>
              <a:t>Step 3 </a:t>
            </a:r>
            <a:r>
              <a:rPr lang="fr-FR" dirty="0" err="1">
                <a:latin typeface="VTCGoblinHand" panose="02000904060000020004" pitchFamily="2" charset="0"/>
              </a:rPr>
              <a:t>createGobelin</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1A766653-389A-6B1C-00A2-E73095B95FC0}"/>
              </a:ext>
            </a:extLst>
          </p:cNvPr>
          <p:cNvSpPr>
            <a:spLocks noGrp="1"/>
          </p:cNvSpPr>
          <p:nvPr>
            <p:ph idx="1"/>
          </p:nvPr>
        </p:nvSpPr>
        <p:spPr/>
        <p:txBody>
          <a:bodyPr>
            <a:normAutofit/>
          </a:bodyPr>
          <a:lstStyle/>
          <a:p>
            <a:r>
              <a:rPr lang="fr-FR" dirty="0"/>
              <a:t>Ajouter un dictionnaire dans data.py contenant les caractéristiques d'un gobelin.</a:t>
            </a:r>
          </a:p>
          <a:p>
            <a:r>
              <a:rPr lang="fr-FR" dirty="0"/>
              <a:t>Il faut obligatoirement : </a:t>
            </a:r>
          </a:p>
          <a:p>
            <a:pPr lvl="1"/>
            <a:r>
              <a:rPr lang="fr-FR" dirty="0"/>
              <a:t>une valeur d'attaque min/max</a:t>
            </a:r>
          </a:p>
          <a:p>
            <a:pPr lvl="1"/>
            <a:r>
              <a:rPr lang="fr-FR" dirty="0"/>
              <a:t>une valeur de défense min/max</a:t>
            </a:r>
          </a:p>
          <a:p>
            <a:pPr lvl="1"/>
            <a:r>
              <a:rPr lang="fr-FR" dirty="0"/>
              <a:t>un nombre de points de vie min/max</a:t>
            </a:r>
          </a:p>
          <a:p>
            <a:pPr lvl="1"/>
            <a:r>
              <a:rPr lang="fr-FR" dirty="0"/>
              <a:t>un nom de classe</a:t>
            </a:r>
          </a:p>
          <a:p>
            <a:pPr lvl="1"/>
            <a:r>
              <a:rPr lang="fr-FR" dirty="0"/>
              <a:t>un statut (vivant/mort)</a:t>
            </a:r>
          </a:p>
          <a:p>
            <a:pPr lvl="1"/>
            <a:endParaRPr lang="fr-FR" dirty="0"/>
          </a:p>
          <a:p>
            <a:r>
              <a:rPr lang="fr-FR" dirty="0"/>
              <a:t>Vous pouvez ajouter ce que vous voulez</a:t>
            </a:r>
          </a:p>
        </p:txBody>
      </p:sp>
      <p:sp>
        <p:nvSpPr>
          <p:cNvPr id="4" name="Espace réservé de la date 3">
            <a:extLst>
              <a:ext uri="{FF2B5EF4-FFF2-40B4-BE49-F238E27FC236}">
                <a16:creationId xmlns:a16="http://schemas.microsoft.com/office/drawing/2014/main" id="{DED846A5-E88A-654D-DCC2-56B26FCEA2F3}"/>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2E2561C1-0903-00A5-8C45-2936E8AAD2C5}"/>
              </a:ext>
            </a:extLst>
          </p:cNvPr>
          <p:cNvSpPr>
            <a:spLocks noGrp="1"/>
          </p:cNvSpPr>
          <p:nvPr>
            <p:ph type="sldNum" sz="quarter" idx="12"/>
          </p:nvPr>
        </p:nvSpPr>
        <p:spPr/>
        <p:txBody>
          <a:bodyPr/>
          <a:lstStyle/>
          <a:p>
            <a:fld id="{13B823E6-D847-4A3E-9723-FB18D1CACB57}" type="slidenum">
              <a:rPr lang="fr-FR" smtClean="0"/>
              <a:t>7</a:t>
            </a:fld>
            <a:endParaRPr lang="fr-FR"/>
          </a:p>
        </p:txBody>
      </p:sp>
    </p:spTree>
    <p:extLst>
      <p:ext uri="{BB962C8B-B14F-4D97-AF65-F5344CB8AC3E}">
        <p14:creationId xmlns:p14="http://schemas.microsoft.com/office/powerpoint/2010/main" val="1087264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108F-644B-FED5-75F0-D9A778D551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C1ADD86-061B-1147-9F42-300638B4D6CF}"/>
              </a:ext>
            </a:extLst>
          </p:cNvPr>
          <p:cNvSpPr>
            <a:spLocks noGrp="1"/>
          </p:cNvSpPr>
          <p:nvPr>
            <p:ph type="title"/>
          </p:nvPr>
        </p:nvSpPr>
        <p:spPr/>
        <p:txBody>
          <a:bodyPr/>
          <a:lstStyle/>
          <a:p>
            <a:r>
              <a:rPr lang="fr-FR" dirty="0">
                <a:latin typeface="VTCGoblinHand" panose="02000904060000020004" pitchFamily="2" charset="0"/>
              </a:rPr>
              <a:t>Step 3 </a:t>
            </a:r>
            <a:r>
              <a:rPr lang="fr-FR" dirty="0" err="1">
                <a:latin typeface="VTCGoblinHand" panose="02000904060000020004" pitchFamily="2" charset="0"/>
              </a:rPr>
              <a:t>createGobelin</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8BA72C61-F7C2-6B50-EF99-3862B33BA19B}"/>
              </a:ext>
            </a:extLst>
          </p:cNvPr>
          <p:cNvSpPr>
            <a:spLocks noGrp="1"/>
          </p:cNvSpPr>
          <p:nvPr>
            <p:ph idx="1"/>
          </p:nvPr>
        </p:nvSpPr>
        <p:spPr/>
        <p:txBody>
          <a:bodyPr>
            <a:normAutofit lnSpcReduction="10000"/>
          </a:bodyPr>
          <a:lstStyle/>
          <a:p>
            <a:r>
              <a:rPr lang="fr-FR" dirty="0"/>
              <a:t>Créez une fonction dans game.py permettant de créer un gobelin en fonction des informations de ce nouveau dictionnaire.</a:t>
            </a:r>
          </a:p>
          <a:p>
            <a:endParaRPr lang="fr-FR" dirty="0"/>
          </a:p>
          <a:p>
            <a:r>
              <a:rPr lang="fr-FR" dirty="0"/>
              <a:t>Le gobelin créé doit être un dictionnaire contenant des valeurs aléatoires et son nom (généré lui aussi aléatoirement par la fonction créée précédemment.</a:t>
            </a:r>
          </a:p>
          <a:p>
            <a:endParaRPr lang="fr-FR" dirty="0"/>
          </a:p>
          <a:p>
            <a:r>
              <a:rPr lang="fr-FR" dirty="0"/>
              <a:t>N'oubliez pas de modifier la signature de votre fonction.</a:t>
            </a:r>
          </a:p>
          <a:p>
            <a:endParaRPr lang="fr-FR" dirty="0"/>
          </a:p>
          <a:p>
            <a:r>
              <a:rPr lang="fr-FR" dirty="0"/>
              <a:t>Tester votre fonction.</a:t>
            </a:r>
          </a:p>
          <a:p>
            <a:endParaRPr lang="fr-FR" dirty="0"/>
          </a:p>
          <a:p>
            <a:endParaRPr lang="fr-FR" dirty="0"/>
          </a:p>
        </p:txBody>
      </p:sp>
      <p:sp>
        <p:nvSpPr>
          <p:cNvPr id="4" name="Espace réservé de la date 3">
            <a:extLst>
              <a:ext uri="{FF2B5EF4-FFF2-40B4-BE49-F238E27FC236}">
                <a16:creationId xmlns:a16="http://schemas.microsoft.com/office/drawing/2014/main" id="{2976C847-4D36-784A-04EB-FBD76DA6CB6D}"/>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D21C7E84-64EB-EA68-D852-0AEF58A392A6}"/>
              </a:ext>
            </a:extLst>
          </p:cNvPr>
          <p:cNvSpPr>
            <a:spLocks noGrp="1"/>
          </p:cNvSpPr>
          <p:nvPr>
            <p:ph type="sldNum" sz="quarter" idx="12"/>
          </p:nvPr>
        </p:nvSpPr>
        <p:spPr/>
        <p:txBody>
          <a:bodyPr/>
          <a:lstStyle/>
          <a:p>
            <a:fld id="{13B823E6-D847-4A3E-9723-FB18D1CACB57}" type="slidenum">
              <a:rPr lang="fr-FR" smtClean="0"/>
              <a:t>8</a:t>
            </a:fld>
            <a:endParaRPr lang="fr-FR"/>
          </a:p>
        </p:txBody>
      </p:sp>
    </p:spTree>
    <p:extLst>
      <p:ext uri="{BB962C8B-B14F-4D97-AF65-F5344CB8AC3E}">
        <p14:creationId xmlns:p14="http://schemas.microsoft.com/office/powerpoint/2010/main" val="3021148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E397-777B-F7D7-6156-5493D7A291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D649BAD-7A4A-2F0D-C187-19B8E773340C}"/>
              </a:ext>
            </a:extLst>
          </p:cNvPr>
          <p:cNvSpPr>
            <a:spLocks noGrp="1"/>
          </p:cNvSpPr>
          <p:nvPr>
            <p:ph type="title"/>
          </p:nvPr>
        </p:nvSpPr>
        <p:spPr/>
        <p:txBody>
          <a:bodyPr/>
          <a:lstStyle/>
          <a:p>
            <a:r>
              <a:rPr lang="fr-FR" dirty="0">
                <a:latin typeface="VTCGoblinHand" panose="02000904060000020004" pitchFamily="2" charset="0"/>
              </a:rPr>
              <a:t>Step 3 </a:t>
            </a:r>
            <a:r>
              <a:rPr lang="fr-FR" dirty="0" err="1">
                <a:latin typeface="VTCGoblinHand" panose="02000904060000020004" pitchFamily="2" charset="0"/>
              </a:rPr>
              <a:t>createGobelin</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2FA2130E-76A4-4E52-0AA0-AC5721818810}"/>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1D438D2-60E2-7554-1D0B-07C5FF4F38D2}"/>
              </a:ext>
            </a:extLst>
          </p:cNvPr>
          <p:cNvSpPr>
            <a:spLocks noGrp="1"/>
          </p:cNvSpPr>
          <p:nvPr>
            <p:ph type="sldNum" sz="quarter" idx="12"/>
          </p:nvPr>
        </p:nvSpPr>
        <p:spPr/>
        <p:txBody>
          <a:bodyPr/>
          <a:lstStyle/>
          <a:p>
            <a:fld id="{13B823E6-D847-4A3E-9723-FB18D1CACB57}" type="slidenum">
              <a:rPr lang="fr-FR" smtClean="0"/>
              <a:t>9</a:t>
            </a:fld>
            <a:endParaRPr lang="fr-FR"/>
          </a:p>
        </p:txBody>
      </p:sp>
      <p:sp>
        <p:nvSpPr>
          <p:cNvPr id="6" name="Rectangle : coins arrondis 5">
            <a:extLst>
              <a:ext uri="{FF2B5EF4-FFF2-40B4-BE49-F238E27FC236}">
                <a16:creationId xmlns:a16="http://schemas.microsoft.com/office/drawing/2014/main" id="{26948640-A74E-288B-382C-B32140180CB3}"/>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30BA432B-DCC5-F00B-D6BA-3510E057D062}"/>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Tree>
    <p:extLst>
      <p:ext uri="{BB962C8B-B14F-4D97-AF65-F5344CB8AC3E}">
        <p14:creationId xmlns:p14="http://schemas.microsoft.com/office/powerpoint/2010/main" val="1232517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68DF5-6873-8C0A-97FB-5E3DDF4CFAF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10A0C1-78A3-7F64-35DC-B75A350A2E2E}"/>
              </a:ext>
            </a:extLst>
          </p:cNvPr>
          <p:cNvSpPr>
            <a:spLocks noGrp="1"/>
          </p:cNvSpPr>
          <p:nvPr>
            <p:ph type="title"/>
          </p:nvPr>
        </p:nvSpPr>
        <p:spPr/>
        <p:txBody>
          <a:bodyPr/>
          <a:lstStyle/>
          <a:p>
            <a:r>
              <a:rPr lang="fr-FR" dirty="0">
                <a:latin typeface="VTCGoblinHand" panose="02000904060000020004" pitchFamily="2" charset="0"/>
              </a:rPr>
              <a:t>Step 4 </a:t>
            </a:r>
            <a:r>
              <a:rPr lang="fr-FR" dirty="0" err="1">
                <a:latin typeface="VTCGoblinHand" panose="02000904060000020004" pitchFamily="2" charset="0"/>
              </a:rPr>
              <a:t>displayGobelin</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2806E849-9A28-CAAB-9D1F-EDE3CE359CF7}"/>
              </a:ext>
            </a:extLst>
          </p:cNvPr>
          <p:cNvSpPr>
            <a:spLocks noGrp="1"/>
          </p:cNvSpPr>
          <p:nvPr>
            <p:ph idx="1"/>
          </p:nvPr>
        </p:nvSpPr>
        <p:spPr/>
        <p:txBody>
          <a:bodyPr>
            <a:normAutofit fontScale="92500" lnSpcReduction="10000"/>
          </a:bodyPr>
          <a:lstStyle/>
          <a:p>
            <a:r>
              <a:rPr lang="fr-FR" dirty="0"/>
              <a:t>Créez une fonction dans game.py permettant d'afficher un gobelin.</a:t>
            </a:r>
          </a:p>
          <a:p>
            <a:endParaRPr lang="fr-FR" dirty="0"/>
          </a:p>
          <a:p>
            <a:r>
              <a:rPr lang="fr-FR" dirty="0"/>
              <a:t>Cet affichage ne doit pas être un simple </a:t>
            </a:r>
            <a:r>
              <a:rPr lang="fr-FR" dirty="0" err="1"/>
              <a:t>print</a:t>
            </a:r>
            <a:r>
              <a:rPr lang="fr-FR" dirty="0"/>
              <a:t> du dictionnaire.</a:t>
            </a:r>
          </a:p>
          <a:p>
            <a:endParaRPr lang="fr-FR" dirty="0"/>
          </a:p>
          <a:p>
            <a:r>
              <a:rPr lang="fr-FR" dirty="0"/>
              <a:t>A vous d'être imaginatif et créatif dans cet affichage. Vous pouvez par exemple, faire des affichages différents en fonction de la classe du gobelin.</a:t>
            </a:r>
          </a:p>
          <a:p>
            <a:endParaRPr lang="fr-FR" dirty="0"/>
          </a:p>
          <a:p>
            <a:r>
              <a:rPr lang="fr-FR" dirty="0"/>
              <a:t>La fonction doit avoir un affichage spécifique pour les gobelins morts.</a:t>
            </a:r>
          </a:p>
          <a:p>
            <a:endParaRPr lang="fr-FR" dirty="0"/>
          </a:p>
          <a:p>
            <a:r>
              <a:rPr lang="fr-FR" dirty="0"/>
              <a:t>Tester votre fonction.</a:t>
            </a:r>
          </a:p>
          <a:p>
            <a:endParaRPr lang="fr-FR" dirty="0"/>
          </a:p>
          <a:p>
            <a:pPr marL="0" indent="0">
              <a:buNone/>
            </a:pPr>
            <a:endParaRPr lang="fr-FR" dirty="0"/>
          </a:p>
        </p:txBody>
      </p:sp>
      <p:sp>
        <p:nvSpPr>
          <p:cNvPr id="4" name="Espace réservé de la date 3">
            <a:extLst>
              <a:ext uri="{FF2B5EF4-FFF2-40B4-BE49-F238E27FC236}">
                <a16:creationId xmlns:a16="http://schemas.microsoft.com/office/drawing/2014/main" id="{6E48A578-642B-E4E4-B986-97E378700BFB}"/>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46230F99-0EFC-8D8A-71F2-72B2BF4A2A8D}"/>
              </a:ext>
            </a:extLst>
          </p:cNvPr>
          <p:cNvSpPr>
            <a:spLocks noGrp="1"/>
          </p:cNvSpPr>
          <p:nvPr>
            <p:ph type="sldNum" sz="quarter" idx="12"/>
          </p:nvPr>
        </p:nvSpPr>
        <p:spPr/>
        <p:txBody>
          <a:bodyPr/>
          <a:lstStyle/>
          <a:p>
            <a:fld id="{13B823E6-D847-4A3E-9723-FB18D1CACB57}" type="slidenum">
              <a:rPr lang="fr-FR" smtClean="0"/>
              <a:t>10</a:t>
            </a:fld>
            <a:endParaRPr lang="fr-FR"/>
          </a:p>
        </p:txBody>
      </p:sp>
    </p:spTree>
    <p:extLst>
      <p:ext uri="{BB962C8B-B14F-4D97-AF65-F5344CB8AC3E}">
        <p14:creationId xmlns:p14="http://schemas.microsoft.com/office/powerpoint/2010/main" val="2688671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4ECD7-27A2-1EC0-6301-BD43B5C528B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7429DB-E62B-A282-3ECB-489CBFB1EF01}"/>
              </a:ext>
            </a:extLst>
          </p:cNvPr>
          <p:cNvSpPr>
            <a:spLocks noGrp="1"/>
          </p:cNvSpPr>
          <p:nvPr>
            <p:ph type="title"/>
          </p:nvPr>
        </p:nvSpPr>
        <p:spPr/>
        <p:txBody>
          <a:bodyPr/>
          <a:lstStyle/>
          <a:p>
            <a:r>
              <a:rPr lang="fr-FR" dirty="0">
                <a:latin typeface="VTCGoblinHand" panose="02000904060000020004" pitchFamily="2" charset="0"/>
              </a:rPr>
              <a:t>Step 4 </a:t>
            </a:r>
            <a:r>
              <a:rPr lang="fr-FR" dirty="0" err="1">
                <a:latin typeface="VTCGoblinHand" panose="02000904060000020004" pitchFamily="2" charset="0"/>
              </a:rPr>
              <a:t>displayGobelin</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F8689A5A-B665-7134-2E0F-A04ED8FE376B}"/>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B1139E60-76D0-640B-0612-8B956404145D}"/>
              </a:ext>
            </a:extLst>
          </p:cNvPr>
          <p:cNvSpPr>
            <a:spLocks noGrp="1"/>
          </p:cNvSpPr>
          <p:nvPr>
            <p:ph type="sldNum" sz="quarter" idx="12"/>
          </p:nvPr>
        </p:nvSpPr>
        <p:spPr/>
        <p:txBody>
          <a:bodyPr/>
          <a:lstStyle/>
          <a:p>
            <a:fld id="{13B823E6-D847-4A3E-9723-FB18D1CACB57}" type="slidenum">
              <a:rPr lang="fr-FR" smtClean="0"/>
              <a:t>11</a:t>
            </a:fld>
            <a:endParaRPr lang="fr-FR"/>
          </a:p>
        </p:txBody>
      </p:sp>
      <p:sp>
        <p:nvSpPr>
          <p:cNvPr id="6" name="Rectangle : coins arrondis 5">
            <a:extLst>
              <a:ext uri="{FF2B5EF4-FFF2-40B4-BE49-F238E27FC236}">
                <a16:creationId xmlns:a16="http://schemas.microsoft.com/office/drawing/2014/main" id="{BF968515-9432-2976-08EB-C60FC5F70192}"/>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4ED6314C-7993-4ED5-0DBA-9EA51F23DDD3}"/>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Tree>
    <p:extLst>
      <p:ext uri="{BB962C8B-B14F-4D97-AF65-F5344CB8AC3E}">
        <p14:creationId xmlns:p14="http://schemas.microsoft.com/office/powerpoint/2010/main" val="38495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29B95-8EF1-7D17-353F-A3F6CC6CB3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B54490-8680-D237-13B5-2184B4C41C7D}"/>
              </a:ext>
            </a:extLst>
          </p:cNvPr>
          <p:cNvSpPr>
            <a:spLocks noGrp="1"/>
          </p:cNvSpPr>
          <p:nvPr>
            <p:ph type="title"/>
          </p:nvPr>
        </p:nvSpPr>
        <p:spPr/>
        <p:txBody>
          <a:bodyPr/>
          <a:lstStyle/>
          <a:p>
            <a:r>
              <a:rPr lang="fr-FR" dirty="0">
                <a:latin typeface="VTCGoblinHand" panose="02000904060000020004" pitchFamily="2" charset="0"/>
              </a:rPr>
              <a:t>Step 5 </a:t>
            </a:r>
            <a:r>
              <a:rPr lang="fr-FR" dirty="0" err="1">
                <a:latin typeface="VTCGoblinHand" panose="02000904060000020004" pitchFamily="2" charset="0"/>
              </a:rPr>
              <a:t>CreateTeam</a:t>
            </a:r>
            <a:r>
              <a:rPr lang="fr-FR" dirty="0">
                <a:latin typeface="VTCGoblinHand" panose="02000904060000020004" pitchFamily="2" charset="0"/>
              </a:rPr>
              <a:t> et </a:t>
            </a:r>
            <a:r>
              <a:rPr lang="fr-FR" dirty="0" err="1">
                <a:latin typeface="VTCGoblinHand" panose="02000904060000020004" pitchFamily="2" charset="0"/>
              </a:rPr>
              <a:t>displayTeam</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1B81F8FD-B8D0-3C54-B69D-B66E140190EC}"/>
              </a:ext>
            </a:extLst>
          </p:cNvPr>
          <p:cNvSpPr>
            <a:spLocks noGrp="1"/>
          </p:cNvSpPr>
          <p:nvPr>
            <p:ph idx="1"/>
          </p:nvPr>
        </p:nvSpPr>
        <p:spPr/>
        <p:txBody>
          <a:bodyPr>
            <a:normAutofit/>
          </a:bodyPr>
          <a:lstStyle/>
          <a:p>
            <a:r>
              <a:rPr lang="fr-FR" dirty="0"/>
              <a:t>Créez une fonction dans game.py permettant de créer une équipe de 5 gobelins.</a:t>
            </a:r>
          </a:p>
          <a:p>
            <a:endParaRPr lang="fr-FR" dirty="0"/>
          </a:p>
          <a:p>
            <a:r>
              <a:rPr lang="fr-FR" dirty="0"/>
              <a:t>Créez une fonction dans game.py, permettant d'afficher une équipe de gobelins.</a:t>
            </a:r>
          </a:p>
          <a:p>
            <a:endParaRPr lang="fr-FR" dirty="0"/>
          </a:p>
          <a:p>
            <a:r>
              <a:rPr lang="fr-FR" dirty="0"/>
              <a:t>N'oubliez pas de tester vos fonctions. La fonction </a:t>
            </a:r>
            <a:r>
              <a:rPr lang="fr-FR" dirty="0" err="1"/>
              <a:t>displayTeam</a:t>
            </a:r>
            <a:r>
              <a:rPr lang="fr-FR" dirty="0"/>
              <a:t>() doit continuer à fonctionner même si tous les membres sont morts.</a:t>
            </a:r>
          </a:p>
          <a:p>
            <a:endParaRPr lang="fr-FR" dirty="0"/>
          </a:p>
        </p:txBody>
      </p:sp>
      <p:sp>
        <p:nvSpPr>
          <p:cNvPr id="4" name="Espace réservé de la date 3">
            <a:extLst>
              <a:ext uri="{FF2B5EF4-FFF2-40B4-BE49-F238E27FC236}">
                <a16:creationId xmlns:a16="http://schemas.microsoft.com/office/drawing/2014/main" id="{9FCD6083-E8C5-2455-CCFA-464F8C5784BF}"/>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1DC8A6D-DD2A-3A12-DF4B-6EACFF3DCF35}"/>
              </a:ext>
            </a:extLst>
          </p:cNvPr>
          <p:cNvSpPr>
            <a:spLocks noGrp="1"/>
          </p:cNvSpPr>
          <p:nvPr>
            <p:ph type="sldNum" sz="quarter" idx="12"/>
          </p:nvPr>
        </p:nvSpPr>
        <p:spPr/>
        <p:txBody>
          <a:bodyPr/>
          <a:lstStyle/>
          <a:p>
            <a:fld id="{13B823E6-D847-4A3E-9723-FB18D1CACB57}" type="slidenum">
              <a:rPr lang="fr-FR" smtClean="0"/>
              <a:t>12</a:t>
            </a:fld>
            <a:endParaRPr lang="fr-FR"/>
          </a:p>
        </p:txBody>
      </p:sp>
    </p:spTree>
    <p:extLst>
      <p:ext uri="{BB962C8B-B14F-4D97-AF65-F5344CB8AC3E}">
        <p14:creationId xmlns:p14="http://schemas.microsoft.com/office/powerpoint/2010/main" val="3245644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1607A-01E4-CFCE-376A-783C263667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D2F0C6-4BF8-FF98-F45D-228EB7CC7F92}"/>
              </a:ext>
            </a:extLst>
          </p:cNvPr>
          <p:cNvSpPr>
            <a:spLocks noGrp="1"/>
          </p:cNvSpPr>
          <p:nvPr>
            <p:ph type="title"/>
          </p:nvPr>
        </p:nvSpPr>
        <p:spPr/>
        <p:txBody>
          <a:bodyPr/>
          <a:lstStyle/>
          <a:p>
            <a:r>
              <a:rPr lang="fr-FR" dirty="0">
                <a:latin typeface="VTCGoblinHand" panose="02000904060000020004" pitchFamily="2" charset="0"/>
              </a:rPr>
              <a:t>Step 5 </a:t>
            </a:r>
            <a:r>
              <a:rPr lang="fr-FR" dirty="0" err="1">
                <a:latin typeface="VTCGoblinHand" panose="02000904060000020004" pitchFamily="2" charset="0"/>
              </a:rPr>
              <a:t>CreateTeam</a:t>
            </a:r>
            <a:r>
              <a:rPr lang="fr-FR" dirty="0">
                <a:latin typeface="VTCGoblinHand" panose="02000904060000020004" pitchFamily="2" charset="0"/>
              </a:rPr>
              <a:t> et </a:t>
            </a:r>
            <a:r>
              <a:rPr lang="fr-FR" dirty="0" err="1">
                <a:latin typeface="VTCGoblinHand" panose="02000904060000020004" pitchFamily="2" charset="0"/>
              </a:rPr>
              <a:t>displayTeam</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3F104A1E-21D8-FBF5-EDFD-E92945D683EF}"/>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BB6FEFD6-3AC3-5D53-6D5E-92D5E68960A0}"/>
              </a:ext>
            </a:extLst>
          </p:cNvPr>
          <p:cNvSpPr>
            <a:spLocks noGrp="1"/>
          </p:cNvSpPr>
          <p:nvPr>
            <p:ph type="sldNum" sz="quarter" idx="12"/>
          </p:nvPr>
        </p:nvSpPr>
        <p:spPr/>
        <p:txBody>
          <a:bodyPr/>
          <a:lstStyle/>
          <a:p>
            <a:fld id="{13B823E6-D847-4A3E-9723-FB18D1CACB57}" type="slidenum">
              <a:rPr lang="fr-FR" smtClean="0"/>
              <a:t>13</a:t>
            </a:fld>
            <a:endParaRPr lang="fr-FR"/>
          </a:p>
        </p:txBody>
      </p:sp>
      <p:sp>
        <p:nvSpPr>
          <p:cNvPr id="6" name="Rectangle : coins arrondis 5">
            <a:extLst>
              <a:ext uri="{FF2B5EF4-FFF2-40B4-BE49-F238E27FC236}">
                <a16:creationId xmlns:a16="http://schemas.microsoft.com/office/drawing/2014/main" id="{AB80B4A6-8F77-3EAE-B2A2-28DED5BF6036}"/>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0749ED66-C0F3-CB20-F966-9628897A0782}"/>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
        <p:nvSpPr>
          <p:cNvPr id="3" name="Rectangle : coins arrondis 2">
            <a:extLst>
              <a:ext uri="{FF2B5EF4-FFF2-40B4-BE49-F238E27FC236}">
                <a16:creationId xmlns:a16="http://schemas.microsoft.com/office/drawing/2014/main" id="{A0FD962F-65EC-1D6E-774D-D977F198553B}"/>
              </a:ext>
            </a:extLst>
          </p:cNvPr>
          <p:cNvSpPr/>
          <p:nvPr/>
        </p:nvSpPr>
        <p:spPr>
          <a:xfrm rot="20082496">
            <a:off x="94621" y="5396861"/>
            <a:ext cx="1228805" cy="718657"/>
          </a:xfrm>
          <a:custGeom>
            <a:avLst/>
            <a:gdLst>
              <a:gd name="csX0" fmla="*/ 0 w 1228805"/>
              <a:gd name="csY0" fmla="*/ 161964 h 718657"/>
              <a:gd name="csX1" fmla="*/ 161964 w 1228805"/>
              <a:gd name="csY1" fmla="*/ 0 h 718657"/>
              <a:gd name="csX2" fmla="*/ 614403 w 1228805"/>
              <a:gd name="csY2" fmla="*/ 0 h 718657"/>
              <a:gd name="csX3" fmla="*/ 1066841 w 1228805"/>
              <a:gd name="csY3" fmla="*/ 0 h 718657"/>
              <a:gd name="csX4" fmla="*/ 1228805 w 1228805"/>
              <a:gd name="csY4" fmla="*/ 161964 h 718657"/>
              <a:gd name="csX5" fmla="*/ 1228805 w 1228805"/>
              <a:gd name="csY5" fmla="*/ 556693 h 718657"/>
              <a:gd name="csX6" fmla="*/ 1066841 w 1228805"/>
              <a:gd name="csY6" fmla="*/ 718657 h 718657"/>
              <a:gd name="csX7" fmla="*/ 605354 w 1228805"/>
              <a:gd name="csY7" fmla="*/ 718657 h 718657"/>
              <a:gd name="csX8" fmla="*/ 161964 w 1228805"/>
              <a:gd name="csY8" fmla="*/ 718657 h 718657"/>
              <a:gd name="csX9" fmla="*/ 0 w 1228805"/>
              <a:gd name="csY9" fmla="*/ 556693 h 718657"/>
              <a:gd name="csX10" fmla="*/ 0 w 1228805"/>
              <a:gd name="csY10" fmla="*/ 161964 h 7186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28805" h="718657" fill="none" extrusionOk="0">
                <a:moveTo>
                  <a:pt x="0" y="161964"/>
                </a:moveTo>
                <a:cubicBezTo>
                  <a:pt x="11761" y="86920"/>
                  <a:pt x="91676" y="-16777"/>
                  <a:pt x="161964" y="0"/>
                </a:cubicBezTo>
                <a:cubicBezTo>
                  <a:pt x="322211" y="-29781"/>
                  <a:pt x="437229" y="12275"/>
                  <a:pt x="614403" y="0"/>
                </a:cubicBezTo>
                <a:cubicBezTo>
                  <a:pt x="791577" y="-12275"/>
                  <a:pt x="889192" y="52256"/>
                  <a:pt x="1066841" y="0"/>
                </a:cubicBezTo>
                <a:cubicBezTo>
                  <a:pt x="1147169" y="-18596"/>
                  <a:pt x="1229795" y="59119"/>
                  <a:pt x="1228805" y="161964"/>
                </a:cubicBezTo>
                <a:cubicBezTo>
                  <a:pt x="1256956" y="245266"/>
                  <a:pt x="1198192" y="465460"/>
                  <a:pt x="1228805" y="556693"/>
                </a:cubicBezTo>
                <a:cubicBezTo>
                  <a:pt x="1223365" y="646367"/>
                  <a:pt x="1162705" y="707095"/>
                  <a:pt x="1066841" y="718657"/>
                </a:cubicBezTo>
                <a:cubicBezTo>
                  <a:pt x="869821" y="768433"/>
                  <a:pt x="755743" y="703392"/>
                  <a:pt x="605354" y="718657"/>
                </a:cubicBezTo>
                <a:cubicBezTo>
                  <a:pt x="454965" y="733922"/>
                  <a:pt x="335796" y="697937"/>
                  <a:pt x="161964" y="718657"/>
                </a:cubicBezTo>
                <a:cubicBezTo>
                  <a:pt x="71549" y="692634"/>
                  <a:pt x="2745" y="646715"/>
                  <a:pt x="0" y="556693"/>
                </a:cubicBezTo>
                <a:cubicBezTo>
                  <a:pt x="-15025" y="451798"/>
                  <a:pt x="6633" y="337591"/>
                  <a:pt x="0" y="161964"/>
                </a:cubicBezTo>
                <a:close/>
              </a:path>
              <a:path w="1228805" h="718657" stroke="0" extrusionOk="0">
                <a:moveTo>
                  <a:pt x="0" y="161964"/>
                </a:moveTo>
                <a:cubicBezTo>
                  <a:pt x="-13666" y="64084"/>
                  <a:pt x="57920" y="5477"/>
                  <a:pt x="161964" y="0"/>
                </a:cubicBezTo>
                <a:cubicBezTo>
                  <a:pt x="387308" y="-42293"/>
                  <a:pt x="505466" y="11249"/>
                  <a:pt x="632500" y="0"/>
                </a:cubicBezTo>
                <a:cubicBezTo>
                  <a:pt x="759534" y="-11249"/>
                  <a:pt x="887913" y="7902"/>
                  <a:pt x="1066841" y="0"/>
                </a:cubicBezTo>
                <a:cubicBezTo>
                  <a:pt x="1151165" y="-2804"/>
                  <a:pt x="1245640" y="80558"/>
                  <a:pt x="1228805" y="161964"/>
                </a:cubicBezTo>
                <a:cubicBezTo>
                  <a:pt x="1233467" y="294955"/>
                  <a:pt x="1198512" y="461116"/>
                  <a:pt x="1228805" y="556693"/>
                </a:cubicBezTo>
                <a:cubicBezTo>
                  <a:pt x="1242828" y="623322"/>
                  <a:pt x="1151056" y="723258"/>
                  <a:pt x="1066841" y="718657"/>
                </a:cubicBezTo>
                <a:cubicBezTo>
                  <a:pt x="886971" y="736133"/>
                  <a:pt x="739415" y="676322"/>
                  <a:pt x="614403" y="718657"/>
                </a:cubicBezTo>
                <a:cubicBezTo>
                  <a:pt x="489391" y="760992"/>
                  <a:pt x="335531" y="673190"/>
                  <a:pt x="161964" y="718657"/>
                </a:cubicBezTo>
                <a:cubicBezTo>
                  <a:pt x="52175" y="717494"/>
                  <a:pt x="3817" y="635674"/>
                  <a:pt x="0" y="556693"/>
                </a:cubicBezTo>
                <a:cubicBezTo>
                  <a:pt x="-20456" y="472795"/>
                  <a:pt x="46357" y="266659"/>
                  <a:pt x="0" y="161964"/>
                </a:cubicBezTo>
                <a:close/>
              </a:path>
            </a:pathLst>
          </a:custGeom>
          <a:solidFill>
            <a:srgbClr val="FFC000"/>
          </a:solidFill>
          <a:ln w="127000">
            <a:solidFill>
              <a:srgbClr val="00B05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2000" b="1" dirty="0">
                <a:solidFill>
                  <a:srgbClr val="00B050"/>
                </a:solidFill>
                <a:latin typeface="Bauhaus 93" panose="04030905020B02020C02" pitchFamily="82" charset="0"/>
                <a:cs typeface="Cavolini" panose="03000502040302020204" pitchFamily="66" charset="0"/>
              </a:rPr>
              <a:t>JAD CHECK</a:t>
            </a:r>
          </a:p>
        </p:txBody>
      </p:sp>
    </p:spTree>
    <p:extLst>
      <p:ext uri="{BB962C8B-B14F-4D97-AF65-F5344CB8AC3E}">
        <p14:creationId xmlns:p14="http://schemas.microsoft.com/office/powerpoint/2010/main" val="2673663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E3CD-7C25-A727-AF38-4329FC7150B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22B0D4-9317-A885-5B21-8606B913A526}"/>
              </a:ext>
            </a:extLst>
          </p:cNvPr>
          <p:cNvSpPr>
            <a:spLocks noGrp="1"/>
          </p:cNvSpPr>
          <p:nvPr>
            <p:ph type="title"/>
          </p:nvPr>
        </p:nvSpPr>
        <p:spPr/>
        <p:txBody>
          <a:bodyPr/>
          <a:lstStyle/>
          <a:p>
            <a:r>
              <a:rPr lang="fr-FR" dirty="0">
                <a:latin typeface="VTCGoblinHand" panose="02000904060000020004" pitchFamily="2" charset="0"/>
              </a:rPr>
              <a:t>Step 6 </a:t>
            </a:r>
            <a:r>
              <a:rPr lang="fr-FR" dirty="0" err="1">
                <a:latin typeface="VTCGoblinHand" panose="02000904060000020004" pitchFamily="2" charset="0"/>
              </a:rPr>
              <a:t>playRound</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A36117C2-A56A-8DF9-9550-F507B0149E16}"/>
              </a:ext>
            </a:extLst>
          </p:cNvPr>
          <p:cNvSpPr>
            <a:spLocks noGrp="1"/>
          </p:cNvSpPr>
          <p:nvPr>
            <p:ph idx="1"/>
          </p:nvPr>
        </p:nvSpPr>
        <p:spPr/>
        <p:txBody>
          <a:bodyPr>
            <a:normAutofit/>
          </a:bodyPr>
          <a:lstStyle/>
          <a:p>
            <a:r>
              <a:rPr lang="fr-FR" dirty="0"/>
              <a:t>Pour le combat, chaque gobelin va attaquer un membre de l'équipe adverse. Un round correspond à une attaque d'un gobelin.</a:t>
            </a:r>
          </a:p>
          <a:p>
            <a:endParaRPr lang="fr-FR" dirty="0"/>
          </a:p>
          <a:p>
            <a:r>
              <a:rPr lang="fr-FR" dirty="0"/>
              <a:t>Créez une fonction dans combat.py qui permet de choisir un gobelin cible parmi les membres d'une équipe.</a:t>
            </a:r>
          </a:p>
          <a:p>
            <a:endParaRPr lang="fr-FR" dirty="0"/>
          </a:p>
          <a:p>
            <a:r>
              <a:rPr lang="fr-FR" dirty="0"/>
              <a:t>A vous de définir l'algo de sélection (le gobelin avec le moins de points de vie, le plus d'attaque, …)</a:t>
            </a:r>
          </a:p>
          <a:p>
            <a:endParaRPr lang="fr-FR" dirty="0"/>
          </a:p>
          <a:p>
            <a:pPr marL="0" indent="0">
              <a:buNone/>
            </a:pPr>
            <a:endParaRPr lang="fr-FR" dirty="0"/>
          </a:p>
        </p:txBody>
      </p:sp>
      <p:sp>
        <p:nvSpPr>
          <p:cNvPr id="4" name="Espace réservé de la date 3">
            <a:extLst>
              <a:ext uri="{FF2B5EF4-FFF2-40B4-BE49-F238E27FC236}">
                <a16:creationId xmlns:a16="http://schemas.microsoft.com/office/drawing/2014/main" id="{042216EC-2D81-9662-6275-39F62B8FB2D5}"/>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58A3EAAE-80FB-D7D7-F28A-C86A839E81A6}"/>
              </a:ext>
            </a:extLst>
          </p:cNvPr>
          <p:cNvSpPr>
            <a:spLocks noGrp="1"/>
          </p:cNvSpPr>
          <p:nvPr>
            <p:ph type="sldNum" sz="quarter" idx="12"/>
          </p:nvPr>
        </p:nvSpPr>
        <p:spPr/>
        <p:txBody>
          <a:bodyPr/>
          <a:lstStyle/>
          <a:p>
            <a:fld id="{13B823E6-D847-4A3E-9723-FB18D1CACB57}" type="slidenum">
              <a:rPr lang="fr-FR" smtClean="0"/>
              <a:t>14</a:t>
            </a:fld>
            <a:endParaRPr lang="fr-FR"/>
          </a:p>
        </p:txBody>
      </p:sp>
    </p:spTree>
    <p:extLst>
      <p:ext uri="{BB962C8B-B14F-4D97-AF65-F5344CB8AC3E}">
        <p14:creationId xmlns:p14="http://schemas.microsoft.com/office/powerpoint/2010/main" val="3024023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1AA53-E49D-9546-4015-AE28BAB84E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35A0135-88D5-0D33-6CE1-E5AB0E30E13F}"/>
              </a:ext>
            </a:extLst>
          </p:cNvPr>
          <p:cNvSpPr>
            <a:spLocks noGrp="1"/>
          </p:cNvSpPr>
          <p:nvPr>
            <p:ph type="title"/>
          </p:nvPr>
        </p:nvSpPr>
        <p:spPr/>
        <p:txBody>
          <a:bodyPr/>
          <a:lstStyle/>
          <a:p>
            <a:r>
              <a:rPr lang="fr-FR" dirty="0">
                <a:latin typeface="VTCGoblinHand" panose="02000904060000020004" pitchFamily="2" charset="0"/>
              </a:rPr>
              <a:t>Step 6 </a:t>
            </a:r>
            <a:r>
              <a:rPr lang="fr-FR" dirty="0" err="1">
                <a:latin typeface="VTCGoblinHand" panose="02000904060000020004" pitchFamily="2" charset="0"/>
              </a:rPr>
              <a:t>playRound</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00E8C996-CBA8-B900-43D8-F220065E4C58}"/>
              </a:ext>
            </a:extLst>
          </p:cNvPr>
          <p:cNvSpPr>
            <a:spLocks noGrp="1"/>
          </p:cNvSpPr>
          <p:nvPr>
            <p:ph idx="1"/>
          </p:nvPr>
        </p:nvSpPr>
        <p:spPr/>
        <p:txBody>
          <a:bodyPr>
            <a:normAutofit/>
          </a:bodyPr>
          <a:lstStyle/>
          <a:p>
            <a:r>
              <a:rPr lang="fr-FR" dirty="0"/>
              <a:t>Créez ensuite une autre fonction qui reçoit un gobelin attaquant et un gobelin attaqué. Je vous laisse la liberté de construire une règle métier pour la résolution d'une attaque.</a:t>
            </a:r>
          </a:p>
          <a:p>
            <a:endParaRPr lang="fr-FR" dirty="0"/>
          </a:p>
          <a:p>
            <a:r>
              <a:rPr lang="fr-FR" dirty="0"/>
              <a:t>La fonction doit renvoyer un résultat (</a:t>
            </a:r>
            <a:r>
              <a:rPr lang="fr-FR" dirty="0" err="1"/>
              <a:t>attackResult</a:t>
            </a:r>
            <a:r>
              <a:rPr lang="fr-FR" dirty="0"/>
              <a:t>) qui sera envoyé à une autre fonction (</a:t>
            </a:r>
            <a:r>
              <a:rPr lang="fr-FR" dirty="0" err="1"/>
              <a:t>displayAttackResult</a:t>
            </a:r>
            <a:r>
              <a:rPr lang="fr-FR" dirty="0"/>
              <a:t>) qui affichera dans la console un compte rendu bref de l'attaque.</a:t>
            </a:r>
          </a:p>
          <a:p>
            <a:endParaRPr lang="fr-FR" dirty="0"/>
          </a:p>
          <a:p>
            <a:r>
              <a:rPr lang="fr-FR" dirty="0"/>
              <a:t>Tester votre fonction.</a:t>
            </a:r>
          </a:p>
        </p:txBody>
      </p:sp>
      <p:sp>
        <p:nvSpPr>
          <p:cNvPr id="4" name="Espace réservé de la date 3">
            <a:extLst>
              <a:ext uri="{FF2B5EF4-FFF2-40B4-BE49-F238E27FC236}">
                <a16:creationId xmlns:a16="http://schemas.microsoft.com/office/drawing/2014/main" id="{4D011AA3-7582-C3E4-7C99-C6D2AA84538C}"/>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007B098-7101-7C36-C882-9A5B11EB9CC6}"/>
              </a:ext>
            </a:extLst>
          </p:cNvPr>
          <p:cNvSpPr>
            <a:spLocks noGrp="1"/>
          </p:cNvSpPr>
          <p:nvPr>
            <p:ph type="sldNum" sz="quarter" idx="12"/>
          </p:nvPr>
        </p:nvSpPr>
        <p:spPr/>
        <p:txBody>
          <a:bodyPr/>
          <a:lstStyle/>
          <a:p>
            <a:fld id="{13B823E6-D847-4A3E-9723-FB18D1CACB57}" type="slidenum">
              <a:rPr lang="fr-FR" smtClean="0"/>
              <a:t>15</a:t>
            </a:fld>
            <a:endParaRPr lang="fr-FR"/>
          </a:p>
        </p:txBody>
      </p:sp>
    </p:spTree>
    <p:extLst>
      <p:ext uri="{BB962C8B-B14F-4D97-AF65-F5344CB8AC3E}">
        <p14:creationId xmlns:p14="http://schemas.microsoft.com/office/powerpoint/2010/main" val="3597738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B0F94-AC3C-7AB3-3988-84ACEACA561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697EB9-B237-2053-5ECC-BE95CD2A38B2}"/>
              </a:ext>
            </a:extLst>
          </p:cNvPr>
          <p:cNvSpPr>
            <a:spLocks noGrp="1"/>
          </p:cNvSpPr>
          <p:nvPr>
            <p:ph type="title"/>
          </p:nvPr>
        </p:nvSpPr>
        <p:spPr/>
        <p:txBody>
          <a:bodyPr/>
          <a:lstStyle/>
          <a:p>
            <a:r>
              <a:rPr lang="fr-FR" dirty="0">
                <a:latin typeface="VTCGoblinHand" panose="02000904060000020004" pitchFamily="2" charset="0"/>
              </a:rPr>
              <a:t>Step 6 </a:t>
            </a:r>
            <a:r>
              <a:rPr lang="fr-FR" dirty="0" err="1">
                <a:latin typeface="VTCGoblinHand" panose="02000904060000020004" pitchFamily="2" charset="0"/>
              </a:rPr>
              <a:t>playRound</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5426A788-1DE6-E5C1-356E-E6AEEEF44858}"/>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CE95E84C-183A-3887-DF2C-921A74DDA390}"/>
              </a:ext>
            </a:extLst>
          </p:cNvPr>
          <p:cNvSpPr>
            <a:spLocks noGrp="1"/>
          </p:cNvSpPr>
          <p:nvPr>
            <p:ph type="sldNum" sz="quarter" idx="12"/>
          </p:nvPr>
        </p:nvSpPr>
        <p:spPr/>
        <p:txBody>
          <a:bodyPr/>
          <a:lstStyle/>
          <a:p>
            <a:fld id="{13B823E6-D847-4A3E-9723-FB18D1CACB57}" type="slidenum">
              <a:rPr lang="fr-FR" smtClean="0"/>
              <a:t>16</a:t>
            </a:fld>
            <a:endParaRPr lang="fr-FR"/>
          </a:p>
        </p:txBody>
      </p:sp>
      <p:sp>
        <p:nvSpPr>
          <p:cNvPr id="6" name="Rectangle : coins arrondis 5">
            <a:extLst>
              <a:ext uri="{FF2B5EF4-FFF2-40B4-BE49-F238E27FC236}">
                <a16:creationId xmlns:a16="http://schemas.microsoft.com/office/drawing/2014/main" id="{67C9F1CB-99FE-0F8B-7EF8-B9BA6E84D5F7}"/>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004CC824-13A4-D4EB-A41B-E6DB37EBBEF7}"/>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Tree>
    <p:extLst>
      <p:ext uri="{BB962C8B-B14F-4D97-AF65-F5344CB8AC3E}">
        <p14:creationId xmlns:p14="http://schemas.microsoft.com/office/powerpoint/2010/main" val="1668588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F741-D0A1-1E4F-0BAE-76C5DABF6C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C305B1A-F52E-E84A-6327-7AFF91024E2E}"/>
              </a:ext>
            </a:extLst>
          </p:cNvPr>
          <p:cNvSpPr>
            <a:spLocks noGrp="1"/>
          </p:cNvSpPr>
          <p:nvPr>
            <p:ph type="title"/>
          </p:nvPr>
        </p:nvSpPr>
        <p:spPr/>
        <p:txBody>
          <a:bodyPr/>
          <a:lstStyle/>
          <a:p>
            <a:r>
              <a:rPr lang="fr-FR" dirty="0">
                <a:latin typeface="VTCGoblinHand" panose="02000904060000020004" pitchFamily="2" charset="0"/>
              </a:rPr>
              <a:t>Step 7 </a:t>
            </a:r>
            <a:r>
              <a:rPr lang="fr-FR" dirty="0" err="1">
                <a:latin typeface="VTCGoblinHand" panose="02000904060000020004" pitchFamily="2" charset="0"/>
              </a:rPr>
              <a:t>playTurn</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F559DF01-8A28-DD50-D5F2-AA1B94FFF3D1}"/>
              </a:ext>
            </a:extLst>
          </p:cNvPr>
          <p:cNvSpPr>
            <a:spLocks noGrp="1"/>
          </p:cNvSpPr>
          <p:nvPr>
            <p:ph idx="1"/>
          </p:nvPr>
        </p:nvSpPr>
        <p:spPr/>
        <p:txBody>
          <a:bodyPr>
            <a:normAutofit fontScale="92500"/>
          </a:bodyPr>
          <a:lstStyle/>
          <a:p>
            <a:r>
              <a:rPr lang="fr-FR" dirty="0"/>
              <a:t>Un tour correspond à l'attaque de tous les membres des deux équipes.</a:t>
            </a:r>
          </a:p>
          <a:p>
            <a:r>
              <a:rPr lang="fr-FR" dirty="0"/>
              <a:t>À Chaque début de tour, l'équipe qui a effectué le plus de dégâts lors du tour précédent, attaque en premier. Une fois son premier round joué, elle passe la main à la seconde équipe qui joue un round, et passe la main à la première équipe, …</a:t>
            </a:r>
          </a:p>
          <a:p>
            <a:r>
              <a:rPr lang="fr-FR" dirty="0"/>
              <a:t>Pour le premier tour l'équipe jouant en premier est tirée au hasard.</a:t>
            </a:r>
          </a:p>
          <a:p>
            <a:r>
              <a:rPr lang="fr-FR" dirty="0"/>
              <a:t>Si une équipe à moins de gobelins qu'une autre (car certains sont morts), alors l'équipe joue plusieurs rounds d'affilée.</a:t>
            </a:r>
          </a:p>
          <a:p>
            <a:r>
              <a:rPr lang="fr-FR" dirty="0"/>
              <a:t>Créez une fonction permettant cet ordonnancement de tour.</a:t>
            </a:r>
          </a:p>
          <a:p>
            <a:r>
              <a:rPr lang="fr-FR" dirty="0"/>
              <a:t>Tester votre fonction.</a:t>
            </a:r>
          </a:p>
          <a:p>
            <a:pPr marL="0" indent="0">
              <a:buNone/>
            </a:pPr>
            <a:endParaRPr lang="fr-FR" dirty="0"/>
          </a:p>
        </p:txBody>
      </p:sp>
      <p:sp>
        <p:nvSpPr>
          <p:cNvPr id="4" name="Espace réservé de la date 3">
            <a:extLst>
              <a:ext uri="{FF2B5EF4-FFF2-40B4-BE49-F238E27FC236}">
                <a16:creationId xmlns:a16="http://schemas.microsoft.com/office/drawing/2014/main" id="{FE44D3DB-CF49-E609-A80B-0A59630256C2}"/>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9DD26931-95AF-C525-3B7D-B26A8C7A5C5A}"/>
              </a:ext>
            </a:extLst>
          </p:cNvPr>
          <p:cNvSpPr>
            <a:spLocks noGrp="1"/>
          </p:cNvSpPr>
          <p:nvPr>
            <p:ph type="sldNum" sz="quarter" idx="12"/>
          </p:nvPr>
        </p:nvSpPr>
        <p:spPr/>
        <p:txBody>
          <a:bodyPr/>
          <a:lstStyle/>
          <a:p>
            <a:fld id="{13B823E6-D847-4A3E-9723-FB18D1CACB57}" type="slidenum">
              <a:rPr lang="fr-FR" smtClean="0"/>
              <a:t>17</a:t>
            </a:fld>
            <a:endParaRPr lang="fr-FR"/>
          </a:p>
        </p:txBody>
      </p:sp>
    </p:spTree>
    <p:extLst>
      <p:ext uri="{BB962C8B-B14F-4D97-AF65-F5344CB8AC3E}">
        <p14:creationId xmlns:p14="http://schemas.microsoft.com/office/powerpoint/2010/main" val="262367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7C73-650E-D764-C2A7-C91BCCB2F4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AE9E5C-9FAC-4E7F-F148-B4D8AA5EBA11}"/>
              </a:ext>
            </a:extLst>
          </p:cNvPr>
          <p:cNvSpPr>
            <a:spLocks noGrp="1"/>
          </p:cNvSpPr>
          <p:nvPr>
            <p:ph type="title"/>
          </p:nvPr>
        </p:nvSpPr>
        <p:spPr/>
        <p:txBody>
          <a:bodyPr/>
          <a:lstStyle/>
          <a:p>
            <a:r>
              <a:rPr lang="fr-FR" dirty="0">
                <a:latin typeface="VTCGoblinHand" panose="02000904060000020004" pitchFamily="2" charset="0"/>
              </a:rPr>
              <a:t>Step 7 </a:t>
            </a:r>
            <a:r>
              <a:rPr lang="fr-FR" dirty="0" err="1">
                <a:latin typeface="VTCGoblinHand" panose="02000904060000020004" pitchFamily="2" charset="0"/>
              </a:rPr>
              <a:t>playTurn</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F9C34ADF-FFEE-8939-1791-A2B02261DB14}"/>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A78D911F-F3B7-D337-68D9-B56EC85EC14E}"/>
              </a:ext>
            </a:extLst>
          </p:cNvPr>
          <p:cNvSpPr>
            <a:spLocks noGrp="1"/>
          </p:cNvSpPr>
          <p:nvPr>
            <p:ph type="sldNum" sz="quarter" idx="12"/>
          </p:nvPr>
        </p:nvSpPr>
        <p:spPr/>
        <p:txBody>
          <a:bodyPr/>
          <a:lstStyle/>
          <a:p>
            <a:fld id="{13B823E6-D847-4A3E-9723-FB18D1CACB57}" type="slidenum">
              <a:rPr lang="fr-FR" smtClean="0"/>
              <a:t>18</a:t>
            </a:fld>
            <a:endParaRPr lang="fr-FR"/>
          </a:p>
        </p:txBody>
      </p:sp>
      <p:sp>
        <p:nvSpPr>
          <p:cNvPr id="6" name="Rectangle : coins arrondis 5">
            <a:extLst>
              <a:ext uri="{FF2B5EF4-FFF2-40B4-BE49-F238E27FC236}">
                <a16:creationId xmlns:a16="http://schemas.microsoft.com/office/drawing/2014/main" id="{28E89B15-161C-1A04-6F7C-771539BE32AD}"/>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22DCD565-F934-9F31-F6D6-031FE1B42301}"/>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
        <p:nvSpPr>
          <p:cNvPr id="3" name="Rectangle : coins arrondis 2">
            <a:extLst>
              <a:ext uri="{FF2B5EF4-FFF2-40B4-BE49-F238E27FC236}">
                <a16:creationId xmlns:a16="http://schemas.microsoft.com/office/drawing/2014/main" id="{A3CDA5F6-99C5-E351-89F0-452ADAF2FCC9}"/>
              </a:ext>
            </a:extLst>
          </p:cNvPr>
          <p:cNvSpPr/>
          <p:nvPr/>
        </p:nvSpPr>
        <p:spPr>
          <a:xfrm rot="20082496">
            <a:off x="94621" y="5396861"/>
            <a:ext cx="1228805" cy="718657"/>
          </a:xfrm>
          <a:custGeom>
            <a:avLst/>
            <a:gdLst>
              <a:gd name="csX0" fmla="*/ 0 w 1228805"/>
              <a:gd name="csY0" fmla="*/ 161964 h 718657"/>
              <a:gd name="csX1" fmla="*/ 161964 w 1228805"/>
              <a:gd name="csY1" fmla="*/ 0 h 718657"/>
              <a:gd name="csX2" fmla="*/ 614403 w 1228805"/>
              <a:gd name="csY2" fmla="*/ 0 h 718657"/>
              <a:gd name="csX3" fmla="*/ 1066841 w 1228805"/>
              <a:gd name="csY3" fmla="*/ 0 h 718657"/>
              <a:gd name="csX4" fmla="*/ 1228805 w 1228805"/>
              <a:gd name="csY4" fmla="*/ 161964 h 718657"/>
              <a:gd name="csX5" fmla="*/ 1228805 w 1228805"/>
              <a:gd name="csY5" fmla="*/ 556693 h 718657"/>
              <a:gd name="csX6" fmla="*/ 1066841 w 1228805"/>
              <a:gd name="csY6" fmla="*/ 718657 h 718657"/>
              <a:gd name="csX7" fmla="*/ 605354 w 1228805"/>
              <a:gd name="csY7" fmla="*/ 718657 h 718657"/>
              <a:gd name="csX8" fmla="*/ 161964 w 1228805"/>
              <a:gd name="csY8" fmla="*/ 718657 h 718657"/>
              <a:gd name="csX9" fmla="*/ 0 w 1228805"/>
              <a:gd name="csY9" fmla="*/ 556693 h 718657"/>
              <a:gd name="csX10" fmla="*/ 0 w 1228805"/>
              <a:gd name="csY10" fmla="*/ 161964 h 7186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28805" h="718657" fill="none" extrusionOk="0">
                <a:moveTo>
                  <a:pt x="0" y="161964"/>
                </a:moveTo>
                <a:cubicBezTo>
                  <a:pt x="11761" y="86920"/>
                  <a:pt x="91676" y="-16777"/>
                  <a:pt x="161964" y="0"/>
                </a:cubicBezTo>
                <a:cubicBezTo>
                  <a:pt x="322211" y="-29781"/>
                  <a:pt x="437229" y="12275"/>
                  <a:pt x="614403" y="0"/>
                </a:cubicBezTo>
                <a:cubicBezTo>
                  <a:pt x="791577" y="-12275"/>
                  <a:pt x="889192" y="52256"/>
                  <a:pt x="1066841" y="0"/>
                </a:cubicBezTo>
                <a:cubicBezTo>
                  <a:pt x="1147169" y="-18596"/>
                  <a:pt x="1229795" y="59119"/>
                  <a:pt x="1228805" y="161964"/>
                </a:cubicBezTo>
                <a:cubicBezTo>
                  <a:pt x="1256956" y="245266"/>
                  <a:pt x="1198192" y="465460"/>
                  <a:pt x="1228805" y="556693"/>
                </a:cubicBezTo>
                <a:cubicBezTo>
                  <a:pt x="1223365" y="646367"/>
                  <a:pt x="1162705" y="707095"/>
                  <a:pt x="1066841" y="718657"/>
                </a:cubicBezTo>
                <a:cubicBezTo>
                  <a:pt x="869821" y="768433"/>
                  <a:pt x="755743" y="703392"/>
                  <a:pt x="605354" y="718657"/>
                </a:cubicBezTo>
                <a:cubicBezTo>
                  <a:pt x="454965" y="733922"/>
                  <a:pt x="335796" y="697937"/>
                  <a:pt x="161964" y="718657"/>
                </a:cubicBezTo>
                <a:cubicBezTo>
                  <a:pt x="71549" y="692634"/>
                  <a:pt x="2745" y="646715"/>
                  <a:pt x="0" y="556693"/>
                </a:cubicBezTo>
                <a:cubicBezTo>
                  <a:pt x="-15025" y="451798"/>
                  <a:pt x="6633" y="337591"/>
                  <a:pt x="0" y="161964"/>
                </a:cubicBezTo>
                <a:close/>
              </a:path>
              <a:path w="1228805" h="718657" stroke="0" extrusionOk="0">
                <a:moveTo>
                  <a:pt x="0" y="161964"/>
                </a:moveTo>
                <a:cubicBezTo>
                  <a:pt x="-13666" y="64084"/>
                  <a:pt x="57920" y="5477"/>
                  <a:pt x="161964" y="0"/>
                </a:cubicBezTo>
                <a:cubicBezTo>
                  <a:pt x="387308" y="-42293"/>
                  <a:pt x="505466" y="11249"/>
                  <a:pt x="632500" y="0"/>
                </a:cubicBezTo>
                <a:cubicBezTo>
                  <a:pt x="759534" y="-11249"/>
                  <a:pt x="887913" y="7902"/>
                  <a:pt x="1066841" y="0"/>
                </a:cubicBezTo>
                <a:cubicBezTo>
                  <a:pt x="1151165" y="-2804"/>
                  <a:pt x="1245640" y="80558"/>
                  <a:pt x="1228805" y="161964"/>
                </a:cubicBezTo>
                <a:cubicBezTo>
                  <a:pt x="1233467" y="294955"/>
                  <a:pt x="1198512" y="461116"/>
                  <a:pt x="1228805" y="556693"/>
                </a:cubicBezTo>
                <a:cubicBezTo>
                  <a:pt x="1242828" y="623322"/>
                  <a:pt x="1151056" y="723258"/>
                  <a:pt x="1066841" y="718657"/>
                </a:cubicBezTo>
                <a:cubicBezTo>
                  <a:pt x="886971" y="736133"/>
                  <a:pt x="739415" y="676322"/>
                  <a:pt x="614403" y="718657"/>
                </a:cubicBezTo>
                <a:cubicBezTo>
                  <a:pt x="489391" y="760992"/>
                  <a:pt x="335531" y="673190"/>
                  <a:pt x="161964" y="718657"/>
                </a:cubicBezTo>
                <a:cubicBezTo>
                  <a:pt x="52175" y="717494"/>
                  <a:pt x="3817" y="635674"/>
                  <a:pt x="0" y="556693"/>
                </a:cubicBezTo>
                <a:cubicBezTo>
                  <a:pt x="-20456" y="472795"/>
                  <a:pt x="46357" y="266659"/>
                  <a:pt x="0" y="161964"/>
                </a:cubicBezTo>
                <a:close/>
              </a:path>
            </a:pathLst>
          </a:custGeom>
          <a:solidFill>
            <a:srgbClr val="FFC000"/>
          </a:solidFill>
          <a:ln w="127000">
            <a:solidFill>
              <a:srgbClr val="00B05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2000" b="1" dirty="0">
                <a:solidFill>
                  <a:srgbClr val="00B050"/>
                </a:solidFill>
                <a:latin typeface="Bauhaus 93" panose="04030905020B02020C02" pitchFamily="82" charset="0"/>
                <a:cs typeface="Cavolini" panose="03000502040302020204" pitchFamily="66" charset="0"/>
              </a:rPr>
              <a:t>JAD CHECK</a:t>
            </a:r>
          </a:p>
        </p:txBody>
      </p:sp>
    </p:spTree>
    <p:extLst>
      <p:ext uri="{BB962C8B-B14F-4D97-AF65-F5344CB8AC3E}">
        <p14:creationId xmlns:p14="http://schemas.microsoft.com/office/powerpoint/2010/main" val="176465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B3F6-CAE7-4E57-07F2-9DA7D4EB9A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3E9E53F-E15C-E5B3-C1F4-D0F00895AC22}"/>
              </a:ext>
            </a:extLst>
          </p:cNvPr>
          <p:cNvSpPr>
            <a:spLocks noGrp="1"/>
          </p:cNvSpPr>
          <p:nvPr>
            <p:ph type="title"/>
          </p:nvPr>
        </p:nvSpPr>
        <p:spPr/>
        <p:txBody>
          <a:bodyPr>
            <a:normAutofit/>
          </a:bodyPr>
          <a:lstStyle/>
          <a:p>
            <a:r>
              <a:rPr lang="fr-FR" dirty="0">
                <a:latin typeface="VTCGoblinHand" panose="02000904060000020004" pitchFamily="2" charset="0"/>
              </a:rPr>
              <a:t>Step 8 </a:t>
            </a:r>
            <a:r>
              <a:rPr lang="fr-FR" dirty="0" err="1">
                <a:latin typeface="VTCGoblinHand" panose="02000904060000020004" pitchFamily="2" charset="0"/>
              </a:rPr>
              <a:t>startCombat</a:t>
            </a:r>
            <a:endParaRPr lang="fr-FR" dirty="0">
              <a:latin typeface="VTCGoblinHand" panose="02000904060000020004" pitchFamily="2" charset="0"/>
            </a:endParaRPr>
          </a:p>
        </p:txBody>
      </p:sp>
      <p:sp>
        <p:nvSpPr>
          <p:cNvPr id="3" name="Espace réservé du contenu 2">
            <a:extLst>
              <a:ext uri="{FF2B5EF4-FFF2-40B4-BE49-F238E27FC236}">
                <a16:creationId xmlns:a16="http://schemas.microsoft.com/office/drawing/2014/main" id="{A6D3C748-E3EB-72B7-B72E-1D24ECB66576}"/>
              </a:ext>
            </a:extLst>
          </p:cNvPr>
          <p:cNvSpPr>
            <a:spLocks noGrp="1"/>
          </p:cNvSpPr>
          <p:nvPr>
            <p:ph idx="1"/>
          </p:nvPr>
        </p:nvSpPr>
        <p:spPr/>
        <p:txBody>
          <a:bodyPr>
            <a:normAutofit/>
          </a:bodyPr>
          <a:lstStyle/>
          <a:p>
            <a:r>
              <a:rPr lang="fr-FR" dirty="0"/>
              <a:t>Créez la fonction </a:t>
            </a:r>
            <a:r>
              <a:rPr lang="fr-FR" dirty="0" err="1"/>
              <a:t>startCombat</a:t>
            </a:r>
            <a:r>
              <a:rPr lang="fr-FR" dirty="0"/>
              <a:t> qui enchaine les tours de combats.</a:t>
            </a:r>
          </a:p>
          <a:p>
            <a:endParaRPr lang="fr-FR" dirty="0"/>
          </a:p>
          <a:p>
            <a:r>
              <a:rPr lang="fr-FR" dirty="0"/>
              <a:t>Les tours doivent se poursuivent dans que tous les membres d'une équipe ne sont pas tous morts. Il peut être intéressant de créer une fonction permettant de vérifier cela dans utils.py.</a:t>
            </a:r>
          </a:p>
          <a:p>
            <a:endParaRPr lang="fr-FR" dirty="0"/>
          </a:p>
          <a:p>
            <a:r>
              <a:rPr lang="fr-FR" dirty="0"/>
              <a:t>Elle doit renvoyer le ou les noms des gobelins encore en vie</a:t>
            </a:r>
          </a:p>
          <a:p>
            <a:pPr marL="0" indent="0">
              <a:buNone/>
            </a:pPr>
            <a:endParaRPr lang="fr-FR" dirty="0"/>
          </a:p>
        </p:txBody>
      </p:sp>
      <p:sp>
        <p:nvSpPr>
          <p:cNvPr id="4" name="Espace réservé de la date 3">
            <a:extLst>
              <a:ext uri="{FF2B5EF4-FFF2-40B4-BE49-F238E27FC236}">
                <a16:creationId xmlns:a16="http://schemas.microsoft.com/office/drawing/2014/main" id="{55268D71-F3EE-33C5-7914-5FAFAD73FA59}"/>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FDF67FFF-4306-79C3-152C-BB1106FB55A8}"/>
              </a:ext>
            </a:extLst>
          </p:cNvPr>
          <p:cNvSpPr>
            <a:spLocks noGrp="1"/>
          </p:cNvSpPr>
          <p:nvPr>
            <p:ph type="sldNum" sz="quarter" idx="12"/>
          </p:nvPr>
        </p:nvSpPr>
        <p:spPr/>
        <p:txBody>
          <a:bodyPr/>
          <a:lstStyle/>
          <a:p>
            <a:fld id="{13B823E6-D847-4A3E-9723-FB18D1CACB57}" type="slidenum">
              <a:rPr lang="fr-FR" smtClean="0"/>
              <a:t>19</a:t>
            </a:fld>
            <a:endParaRPr lang="fr-FR"/>
          </a:p>
        </p:txBody>
      </p:sp>
    </p:spTree>
    <p:extLst>
      <p:ext uri="{BB962C8B-B14F-4D97-AF65-F5344CB8AC3E}">
        <p14:creationId xmlns:p14="http://schemas.microsoft.com/office/powerpoint/2010/main" val="3542513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7B8DC-6D76-289D-F02A-60B35C2F870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7C9C66F-2AB1-5240-8E42-149A0B5891D7}"/>
              </a:ext>
            </a:extLst>
          </p:cNvPr>
          <p:cNvSpPr>
            <a:spLocks noGrp="1"/>
          </p:cNvSpPr>
          <p:nvPr>
            <p:ph type="title"/>
          </p:nvPr>
        </p:nvSpPr>
        <p:spPr/>
        <p:txBody>
          <a:bodyPr/>
          <a:lstStyle/>
          <a:p>
            <a:r>
              <a:rPr lang="fr-FR" dirty="0">
                <a:latin typeface="VTCGoblinHand" panose="02000904060000020004" pitchFamily="2" charset="0"/>
              </a:rPr>
              <a:t>Step 8 </a:t>
            </a:r>
            <a:r>
              <a:rPr lang="fr-FR" dirty="0" err="1">
                <a:latin typeface="VTCGoblinHand" panose="02000904060000020004" pitchFamily="2" charset="0"/>
              </a:rPr>
              <a:t>startCombat</a:t>
            </a:r>
            <a:endParaRPr lang="fr-FR" dirty="0">
              <a:latin typeface="VTCGoblinHand" panose="02000904060000020004" pitchFamily="2" charset="0"/>
            </a:endParaRPr>
          </a:p>
        </p:txBody>
      </p:sp>
      <p:sp>
        <p:nvSpPr>
          <p:cNvPr id="4" name="Espace réservé de la date 3">
            <a:extLst>
              <a:ext uri="{FF2B5EF4-FFF2-40B4-BE49-F238E27FC236}">
                <a16:creationId xmlns:a16="http://schemas.microsoft.com/office/drawing/2014/main" id="{54C9FC08-CBCE-8C7C-89A7-2CC93F70F8A9}"/>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5261672B-0EA7-B5E2-2057-0042BD0914A6}"/>
              </a:ext>
            </a:extLst>
          </p:cNvPr>
          <p:cNvSpPr>
            <a:spLocks noGrp="1"/>
          </p:cNvSpPr>
          <p:nvPr>
            <p:ph type="sldNum" sz="quarter" idx="12"/>
          </p:nvPr>
        </p:nvSpPr>
        <p:spPr/>
        <p:txBody>
          <a:bodyPr/>
          <a:lstStyle/>
          <a:p>
            <a:fld id="{13B823E6-D847-4A3E-9723-FB18D1CACB57}" type="slidenum">
              <a:rPr lang="fr-FR" smtClean="0"/>
              <a:t>20</a:t>
            </a:fld>
            <a:endParaRPr lang="fr-FR"/>
          </a:p>
        </p:txBody>
      </p:sp>
      <p:sp>
        <p:nvSpPr>
          <p:cNvPr id="6" name="Rectangle : coins arrondis 5">
            <a:extLst>
              <a:ext uri="{FF2B5EF4-FFF2-40B4-BE49-F238E27FC236}">
                <a16:creationId xmlns:a16="http://schemas.microsoft.com/office/drawing/2014/main" id="{B35ABE97-4C5C-8C87-BFF4-AFF3DED5E712}"/>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E9354924-9DAF-DEFF-58AE-38F7C72713A8}"/>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
        <p:nvSpPr>
          <p:cNvPr id="3" name="Rectangle : coins arrondis 2">
            <a:extLst>
              <a:ext uri="{FF2B5EF4-FFF2-40B4-BE49-F238E27FC236}">
                <a16:creationId xmlns:a16="http://schemas.microsoft.com/office/drawing/2014/main" id="{E730D8F4-1A6D-10B8-857B-0A9994B5C28F}"/>
              </a:ext>
            </a:extLst>
          </p:cNvPr>
          <p:cNvSpPr/>
          <p:nvPr/>
        </p:nvSpPr>
        <p:spPr>
          <a:xfrm rot="20082496">
            <a:off x="94621" y="5396861"/>
            <a:ext cx="1228805" cy="718657"/>
          </a:xfrm>
          <a:custGeom>
            <a:avLst/>
            <a:gdLst>
              <a:gd name="csX0" fmla="*/ 0 w 1228805"/>
              <a:gd name="csY0" fmla="*/ 161964 h 718657"/>
              <a:gd name="csX1" fmla="*/ 161964 w 1228805"/>
              <a:gd name="csY1" fmla="*/ 0 h 718657"/>
              <a:gd name="csX2" fmla="*/ 614403 w 1228805"/>
              <a:gd name="csY2" fmla="*/ 0 h 718657"/>
              <a:gd name="csX3" fmla="*/ 1066841 w 1228805"/>
              <a:gd name="csY3" fmla="*/ 0 h 718657"/>
              <a:gd name="csX4" fmla="*/ 1228805 w 1228805"/>
              <a:gd name="csY4" fmla="*/ 161964 h 718657"/>
              <a:gd name="csX5" fmla="*/ 1228805 w 1228805"/>
              <a:gd name="csY5" fmla="*/ 556693 h 718657"/>
              <a:gd name="csX6" fmla="*/ 1066841 w 1228805"/>
              <a:gd name="csY6" fmla="*/ 718657 h 718657"/>
              <a:gd name="csX7" fmla="*/ 605354 w 1228805"/>
              <a:gd name="csY7" fmla="*/ 718657 h 718657"/>
              <a:gd name="csX8" fmla="*/ 161964 w 1228805"/>
              <a:gd name="csY8" fmla="*/ 718657 h 718657"/>
              <a:gd name="csX9" fmla="*/ 0 w 1228805"/>
              <a:gd name="csY9" fmla="*/ 556693 h 718657"/>
              <a:gd name="csX10" fmla="*/ 0 w 1228805"/>
              <a:gd name="csY10" fmla="*/ 161964 h 7186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28805" h="718657" fill="none" extrusionOk="0">
                <a:moveTo>
                  <a:pt x="0" y="161964"/>
                </a:moveTo>
                <a:cubicBezTo>
                  <a:pt x="11761" y="86920"/>
                  <a:pt x="91676" y="-16777"/>
                  <a:pt x="161964" y="0"/>
                </a:cubicBezTo>
                <a:cubicBezTo>
                  <a:pt x="322211" y="-29781"/>
                  <a:pt x="437229" y="12275"/>
                  <a:pt x="614403" y="0"/>
                </a:cubicBezTo>
                <a:cubicBezTo>
                  <a:pt x="791577" y="-12275"/>
                  <a:pt x="889192" y="52256"/>
                  <a:pt x="1066841" y="0"/>
                </a:cubicBezTo>
                <a:cubicBezTo>
                  <a:pt x="1147169" y="-18596"/>
                  <a:pt x="1229795" y="59119"/>
                  <a:pt x="1228805" y="161964"/>
                </a:cubicBezTo>
                <a:cubicBezTo>
                  <a:pt x="1256956" y="245266"/>
                  <a:pt x="1198192" y="465460"/>
                  <a:pt x="1228805" y="556693"/>
                </a:cubicBezTo>
                <a:cubicBezTo>
                  <a:pt x="1223365" y="646367"/>
                  <a:pt x="1162705" y="707095"/>
                  <a:pt x="1066841" y="718657"/>
                </a:cubicBezTo>
                <a:cubicBezTo>
                  <a:pt x="869821" y="768433"/>
                  <a:pt x="755743" y="703392"/>
                  <a:pt x="605354" y="718657"/>
                </a:cubicBezTo>
                <a:cubicBezTo>
                  <a:pt x="454965" y="733922"/>
                  <a:pt x="335796" y="697937"/>
                  <a:pt x="161964" y="718657"/>
                </a:cubicBezTo>
                <a:cubicBezTo>
                  <a:pt x="71549" y="692634"/>
                  <a:pt x="2745" y="646715"/>
                  <a:pt x="0" y="556693"/>
                </a:cubicBezTo>
                <a:cubicBezTo>
                  <a:pt x="-15025" y="451798"/>
                  <a:pt x="6633" y="337591"/>
                  <a:pt x="0" y="161964"/>
                </a:cubicBezTo>
                <a:close/>
              </a:path>
              <a:path w="1228805" h="718657" stroke="0" extrusionOk="0">
                <a:moveTo>
                  <a:pt x="0" y="161964"/>
                </a:moveTo>
                <a:cubicBezTo>
                  <a:pt x="-13666" y="64084"/>
                  <a:pt x="57920" y="5477"/>
                  <a:pt x="161964" y="0"/>
                </a:cubicBezTo>
                <a:cubicBezTo>
                  <a:pt x="387308" y="-42293"/>
                  <a:pt x="505466" y="11249"/>
                  <a:pt x="632500" y="0"/>
                </a:cubicBezTo>
                <a:cubicBezTo>
                  <a:pt x="759534" y="-11249"/>
                  <a:pt x="887913" y="7902"/>
                  <a:pt x="1066841" y="0"/>
                </a:cubicBezTo>
                <a:cubicBezTo>
                  <a:pt x="1151165" y="-2804"/>
                  <a:pt x="1245640" y="80558"/>
                  <a:pt x="1228805" y="161964"/>
                </a:cubicBezTo>
                <a:cubicBezTo>
                  <a:pt x="1233467" y="294955"/>
                  <a:pt x="1198512" y="461116"/>
                  <a:pt x="1228805" y="556693"/>
                </a:cubicBezTo>
                <a:cubicBezTo>
                  <a:pt x="1242828" y="623322"/>
                  <a:pt x="1151056" y="723258"/>
                  <a:pt x="1066841" y="718657"/>
                </a:cubicBezTo>
                <a:cubicBezTo>
                  <a:pt x="886971" y="736133"/>
                  <a:pt x="739415" y="676322"/>
                  <a:pt x="614403" y="718657"/>
                </a:cubicBezTo>
                <a:cubicBezTo>
                  <a:pt x="489391" y="760992"/>
                  <a:pt x="335531" y="673190"/>
                  <a:pt x="161964" y="718657"/>
                </a:cubicBezTo>
                <a:cubicBezTo>
                  <a:pt x="52175" y="717494"/>
                  <a:pt x="3817" y="635674"/>
                  <a:pt x="0" y="556693"/>
                </a:cubicBezTo>
                <a:cubicBezTo>
                  <a:pt x="-20456" y="472795"/>
                  <a:pt x="46357" y="266659"/>
                  <a:pt x="0" y="161964"/>
                </a:cubicBezTo>
                <a:close/>
              </a:path>
            </a:pathLst>
          </a:custGeom>
          <a:solidFill>
            <a:srgbClr val="FFC000"/>
          </a:solidFill>
          <a:ln w="127000">
            <a:solidFill>
              <a:srgbClr val="00B05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2000" b="1" dirty="0">
                <a:solidFill>
                  <a:srgbClr val="00B050"/>
                </a:solidFill>
                <a:latin typeface="Bauhaus 93" panose="04030905020B02020C02" pitchFamily="82" charset="0"/>
                <a:cs typeface="Cavolini" panose="03000502040302020204" pitchFamily="66" charset="0"/>
              </a:rPr>
              <a:t>JAD CHECK</a:t>
            </a:r>
          </a:p>
        </p:txBody>
      </p:sp>
    </p:spTree>
    <p:extLst>
      <p:ext uri="{BB962C8B-B14F-4D97-AF65-F5344CB8AC3E}">
        <p14:creationId xmlns:p14="http://schemas.microsoft.com/office/powerpoint/2010/main" val="1955999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ADA0-AC9D-D775-5A1A-77EBBAF838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05352EC-04F7-FC0B-B272-C00350965B11}"/>
              </a:ext>
            </a:extLst>
          </p:cNvPr>
          <p:cNvSpPr>
            <a:spLocks noGrp="1"/>
          </p:cNvSpPr>
          <p:nvPr>
            <p:ph type="title"/>
          </p:nvPr>
        </p:nvSpPr>
        <p:spPr/>
        <p:txBody>
          <a:bodyPr>
            <a:normAutofit/>
          </a:bodyPr>
          <a:lstStyle/>
          <a:p>
            <a:r>
              <a:rPr lang="fr-FR" dirty="0">
                <a:latin typeface="VTCGoblinHand" panose="02000904060000020004" pitchFamily="2" charset="0"/>
              </a:rPr>
              <a:t>Step 9 Classe</a:t>
            </a:r>
          </a:p>
        </p:txBody>
      </p:sp>
      <p:sp>
        <p:nvSpPr>
          <p:cNvPr id="3" name="Espace réservé du contenu 2">
            <a:extLst>
              <a:ext uri="{FF2B5EF4-FFF2-40B4-BE49-F238E27FC236}">
                <a16:creationId xmlns:a16="http://schemas.microsoft.com/office/drawing/2014/main" id="{C409D92A-AB1B-E212-2756-3ABC2EF588F0}"/>
              </a:ext>
            </a:extLst>
          </p:cNvPr>
          <p:cNvSpPr>
            <a:spLocks noGrp="1"/>
          </p:cNvSpPr>
          <p:nvPr>
            <p:ph idx="1"/>
          </p:nvPr>
        </p:nvSpPr>
        <p:spPr/>
        <p:txBody>
          <a:bodyPr>
            <a:normAutofit fontScale="77500" lnSpcReduction="20000"/>
          </a:bodyPr>
          <a:lstStyle/>
          <a:p>
            <a:r>
              <a:rPr lang="fr-FR" dirty="0"/>
              <a:t>Ajoutez maintenant des classes dans votre fichier data.py.</a:t>
            </a:r>
          </a:p>
          <a:p>
            <a:r>
              <a:rPr lang="fr-FR" dirty="0"/>
              <a:t>Les descriptions de classes doivent être une liste de dictionnaires.</a:t>
            </a:r>
          </a:p>
          <a:p>
            <a:r>
              <a:rPr lang="fr-FR" dirty="0"/>
              <a:t>Chaque dictionnaire décrit une classe de gobelin et permet de fixer les paramètres de cette classe.</a:t>
            </a:r>
          </a:p>
          <a:p>
            <a:r>
              <a:rPr lang="fr-FR" dirty="0"/>
              <a:t>Exemple :</a:t>
            </a:r>
          </a:p>
          <a:p>
            <a:pPr marL="0" indent="0">
              <a:buNone/>
            </a:pPr>
            <a:r>
              <a:rPr lang="fr-FR" sz="1900" dirty="0">
                <a:latin typeface="Courier New" panose="02070309020205020404" pitchFamily="49" charset="0"/>
                <a:cs typeface="Courier New" panose="02070309020205020404" pitchFamily="49" charset="0"/>
              </a:rPr>
              <a:t>    {"</a:t>
            </a:r>
            <a:r>
              <a:rPr lang="fr-FR" sz="1900" dirty="0" err="1">
                <a:latin typeface="Courier New" panose="02070309020205020404" pitchFamily="49" charset="0"/>
                <a:cs typeface="Courier New" panose="02070309020205020404" pitchFamily="49" charset="0"/>
              </a:rPr>
              <a:t>name</a:t>
            </a:r>
            <a:r>
              <a:rPr lang="fr-FR" sz="1900" dirty="0">
                <a:latin typeface="Courier New" panose="02070309020205020404" pitchFamily="49" charset="0"/>
                <a:cs typeface="Courier New" panose="02070309020205020404" pitchFamily="49" charset="0"/>
              </a:rPr>
              <a:t>": "Guerrier",</a:t>
            </a:r>
          </a:p>
          <a:p>
            <a:pPr marL="0" indent="0">
              <a:buNone/>
            </a:pPr>
            <a:r>
              <a:rPr lang="fr-FR" sz="1900" dirty="0">
                <a:latin typeface="Courier New" panose="02070309020205020404" pitchFamily="49" charset="0"/>
                <a:cs typeface="Courier New" panose="02070309020205020404" pitchFamily="49" charset="0"/>
              </a:rPr>
              <a:t>     "bonus-</a:t>
            </a:r>
            <a:r>
              <a:rPr lang="fr-FR" sz="1900" dirty="0" err="1">
                <a:latin typeface="Courier New" panose="02070309020205020404" pitchFamily="49" charset="0"/>
                <a:cs typeface="Courier New" panose="02070309020205020404" pitchFamily="49" charset="0"/>
              </a:rPr>
              <a:t>hp</a:t>
            </a:r>
            <a:r>
              <a:rPr lang="fr-FR" sz="1900" dirty="0">
                <a:latin typeface="Courier New" panose="02070309020205020404" pitchFamily="49" charset="0"/>
                <a:cs typeface="Courier New" panose="02070309020205020404" pitchFamily="49" charset="0"/>
              </a:rPr>
              <a:t>": 10,</a:t>
            </a:r>
          </a:p>
          <a:p>
            <a:pPr marL="0" indent="0">
              <a:buNone/>
            </a:pPr>
            <a:r>
              <a:rPr lang="fr-FR" sz="1900" dirty="0">
                <a:latin typeface="Courier New" panose="02070309020205020404" pitchFamily="49" charset="0"/>
                <a:cs typeface="Courier New" panose="02070309020205020404" pitchFamily="49" charset="0"/>
              </a:rPr>
              <a:t>     "bonus-</a:t>
            </a:r>
            <a:r>
              <a:rPr lang="fr-FR" sz="1900" dirty="0" err="1">
                <a:latin typeface="Courier New" panose="02070309020205020404" pitchFamily="49" charset="0"/>
                <a:cs typeface="Courier New" panose="02070309020205020404" pitchFamily="49" charset="0"/>
              </a:rPr>
              <a:t>attack</a:t>
            </a:r>
            <a:r>
              <a:rPr lang="fr-FR" sz="1900" dirty="0">
                <a:latin typeface="Courier New" panose="02070309020205020404" pitchFamily="49" charset="0"/>
                <a:cs typeface="Courier New" panose="02070309020205020404" pitchFamily="49" charset="0"/>
              </a:rPr>
              <a:t>": 10,</a:t>
            </a:r>
          </a:p>
          <a:p>
            <a:pPr marL="0" indent="0">
              <a:buNone/>
            </a:pPr>
            <a:r>
              <a:rPr lang="fr-FR" sz="1900" dirty="0">
                <a:latin typeface="Courier New" panose="02070309020205020404" pitchFamily="49" charset="0"/>
                <a:cs typeface="Courier New" panose="02070309020205020404" pitchFamily="49" charset="0"/>
              </a:rPr>
              <a:t>     "bonus-</a:t>
            </a:r>
            <a:r>
              <a:rPr lang="fr-FR" sz="1900" dirty="0" err="1">
                <a:latin typeface="Courier New" panose="02070309020205020404" pitchFamily="49" charset="0"/>
                <a:cs typeface="Courier New" panose="02070309020205020404" pitchFamily="49" charset="0"/>
              </a:rPr>
              <a:t>defense</a:t>
            </a:r>
            <a:r>
              <a:rPr lang="fr-FR" sz="1900" dirty="0">
                <a:latin typeface="Courier New" panose="02070309020205020404" pitchFamily="49" charset="0"/>
                <a:cs typeface="Courier New" panose="02070309020205020404" pitchFamily="49" charset="0"/>
              </a:rPr>
              <a:t>": 5}</a:t>
            </a:r>
          </a:p>
          <a:p>
            <a:r>
              <a:rPr lang="fr-FR" dirty="0"/>
              <a:t>Vous devez avoir au minimum 3 classes de gobelins. Vous pouvez leur ajouter des pouvoirs, des objets, … A vous d'être imaginatif.</a:t>
            </a:r>
          </a:p>
          <a:p>
            <a:r>
              <a:rPr lang="fr-FR" dirty="0"/>
              <a:t>Modifiez votre fonction </a:t>
            </a:r>
            <a:r>
              <a:rPr lang="fr-FR" dirty="0" err="1"/>
              <a:t>createGobelin</a:t>
            </a:r>
            <a:r>
              <a:rPr lang="fr-FR" dirty="0"/>
              <a:t> pour qu'elle créé désormais des gobelins avec une classe.</a:t>
            </a:r>
          </a:p>
          <a:p>
            <a:r>
              <a:rPr lang="fr-FR" dirty="0"/>
              <a:t>Tester votre fonction.</a:t>
            </a:r>
          </a:p>
          <a:p>
            <a:pPr marL="0" indent="0">
              <a:buNone/>
            </a:pPr>
            <a:endParaRPr lang="fr-FR" dirty="0"/>
          </a:p>
        </p:txBody>
      </p:sp>
      <p:sp>
        <p:nvSpPr>
          <p:cNvPr id="4" name="Espace réservé de la date 3">
            <a:extLst>
              <a:ext uri="{FF2B5EF4-FFF2-40B4-BE49-F238E27FC236}">
                <a16:creationId xmlns:a16="http://schemas.microsoft.com/office/drawing/2014/main" id="{E5AA4077-2D93-5D73-AFD2-8ABDEBD09EE4}"/>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43B4A096-8E3B-1B39-5CEB-1B1BE1F77A89}"/>
              </a:ext>
            </a:extLst>
          </p:cNvPr>
          <p:cNvSpPr>
            <a:spLocks noGrp="1"/>
          </p:cNvSpPr>
          <p:nvPr>
            <p:ph type="sldNum" sz="quarter" idx="12"/>
          </p:nvPr>
        </p:nvSpPr>
        <p:spPr/>
        <p:txBody>
          <a:bodyPr/>
          <a:lstStyle/>
          <a:p>
            <a:fld id="{13B823E6-D847-4A3E-9723-FB18D1CACB57}" type="slidenum">
              <a:rPr lang="fr-FR" smtClean="0"/>
              <a:t>21</a:t>
            </a:fld>
            <a:endParaRPr lang="fr-FR"/>
          </a:p>
        </p:txBody>
      </p:sp>
    </p:spTree>
    <p:extLst>
      <p:ext uri="{BB962C8B-B14F-4D97-AF65-F5344CB8AC3E}">
        <p14:creationId xmlns:p14="http://schemas.microsoft.com/office/powerpoint/2010/main" val="3191456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B5780-31B6-4453-B4E1-18BD1DA8DA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8D96DA-DC56-E3F6-659C-5EFCCD13B34B}"/>
              </a:ext>
            </a:extLst>
          </p:cNvPr>
          <p:cNvSpPr>
            <a:spLocks noGrp="1"/>
          </p:cNvSpPr>
          <p:nvPr>
            <p:ph type="title"/>
          </p:nvPr>
        </p:nvSpPr>
        <p:spPr/>
        <p:txBody>
          <a:bodyPr/>
          <a:lstStyle/>
          <a:p>
            <a:r>
              <a:rPr lang="fr-FR" dirty="0">
                <a:latin typeface="VTCGoblinHand" panose="02000904060000020004" pitchFamily="2" charset="0"/>
              </a:rPr>
              <a:t>Step 9 Classe</a:t>
            </a:r>
          </a:p>
        </p:txBody>
      </p:sp>
      <p:sp>
        <p:nvSpPr>
          <p:cNvPr id="4" name="Espace réservé de la date 3">
            <a:extLst>
              <a:ext uri="{FF2B5EF4-FFF2-40B4-BE49-F238E27FC236}">
                <a16:creationId xmlns:a16="http://schemas.microsoft.com/office/drawing/2014/main" id="{5DD68B9A-85CB-7919-8B3D-724422783C53}"/>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8EED7D44-125D-14FD-C5A1-C1A03A7499CD}"/>
              </a:ext>
            </a:extLst>
          </p:cNvPr>
          <p:cNvSpPr>
            <a:spLocks noGrp="1"/>
          </p:cNvSpPr>
          <p:nvPr>
            <p:ph type="sldNum" sz="quarter" idx="12"/>
          </p:nvPr>
        </p:nvSpPr>
        <p:spPr/>
        <p:txBody>
          <a:bodyPr/>
          <a:lstStyle/>
          <a:p>
            <a:fld id="{13B823E6-D847-4A3E-9723-FB18D1CACB57}" type="slidenum">
              <a:rPr lang="fr-FR" smtClean="0"/>
              <a:t>22</a:t>
            </a:fld>
            <a:endParaRPr lang="fr-FR"/>
          </a:p>
        </p:txBody>
      </p:sp>
      <p:sp>
        <p:nvSpPr>
          <p:cNvPr id="6" name="Rectangle : coins arrondis 5">
            <a:extLst>
              <a:ext uri="{FF2B5EF4-FFF2-40B4-BE49-F238E27FC236}">
                <a16:creationId xmlns:a16="http://schemas.microsoft.com/office/drawing/2014/main" id="{90950916-762C-28A1-29D1-20CE7FDC62FE}"/>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A43C284C-9791-BD1F-794D-BE478C0D9215}"/>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Tree>
    <p:extLst>
      <p:ext uri="{BB962C8B-B14F-4D97-AF65-F5344CB8AC3E}">
        <p14:creationId xmlns:p14="http://schemas.microsoft.com/office/powerpoint/2010/main" val="2244204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3FF1-3B10-46CB-13F5-86D39CD93F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EEDA0C-68AF-B2E3-D950-E261C29C3C87}"/>
              </a:ext>
            </a:extLst>
          </p:cNvPr>
          <p:cNvSpPr>
            <a:spLocks noGrp="1"/>
          </p:cNvSpPr>
          <p:nvPr>
            <p:ph type="title"/>
          </p:nvPr>
        </p:nvSpPr>
        <p:spPr/>
        <p:txBody>
          <a:bodyPr>
            <a:normAutofit/>
          </a:bodyPr>
          <a:lstStyle/>
          <a:p>
            <a:r>
              <a:rPr lang="fr-FR" dirty="0">
                <a:latin typeface="VTCGoblinHand" panose="02000904060000020004" pitchFamily="2" charset="0"/>
              </a:rPr>
              <a:t>Step 10 On se lâche</a:t>
            </a:r>
          </a:p>
        </p:txBody>
      </p:sp>
      <p:sp>
        <p:nvSpPr>
          <p:cNvPr id="3" name="Espace réservé du contenu 2">
            <a:extLst>
              <a:ext uri="{FF2B5EF4-FFF2-40B4-BE49-F238E27FC236}">
                <a16:creationId xmlns:a16="http://schemas.microsoft.com/office/drawing/2014/main" id="{5C3659ED-D02C-CF89-A705-7E7BBD3851B0}"/>
              </a:ext>
            </a:extLst>
          </p:cNvPr>
          <p:cNvSpPr>
            <a:spLocks noGrp="1"/>
          </p:cNvSpPr>
          <p:nvPr>
            <p:ph idx="1"/>
          </p:nvPr>
        </p:nvSpPr>
        <p:spPr/>
        <p:txBody>
          <a:bodyPr>
            <a:normAutofit lnSpcReduction="10000"/>
          </a:bodyPr>
          <a:lstStyle/>
          <a:p>
            <a:r>
              <a:rPr lang="fr-FR" dirty="0"/>
              <a:t>Vous avez maintenant tout pour faire une bonne mêlée de gobelins.</a:t>
            </a:r>
          </a:p>
          <a:p>
            <a:r>
              <a:rPr lang="fr-FR" dirty="0"/>
              <a:t>Vous pouvez maintenant vous lâcher et ajouter/modifier ce que vous voulez à votre programme.</a:t>
            </a:r>
          </a:p>
          <a:p>
            <a:r>
              <a:rPr lang="fr-FR" dirty="0"/>
              <a:t>Quelques exemples en vrac :</a:t>
            </a:r>
          </a:p>
          <a:p>
            <a:pPr lvl="1"/>
            <a:r>
              <a:rPr lang="fr-FR" dirty="0"/>
              <a:t>Modifier la fonction de sélection du gobelin de l'équipe adverse, pourquoi pas en fonction de sa classe, de l'état actuel de l'équipe, …</a:t>
            </a:r>
          </a:p>
          <a:p>
            <a:pPr lvl="1"/>
            <a:r>
              <a:rPr lang="fr-FR" dirty="0"/>
              <a:t>Ajouter un traitre (le gobelin est fourbe et lâche), quand l'état de l'équipe n'est pas au mieux, n'est-il pas plus judicieux de passer à l'ennemi ? Une équipe pourrait avoir plus de 5 membres de ce fait…</a:t>
            </a:r>
          </a:p>
          <a:p>
            <a:pPr lvl="1"/>
            <a:r>
              <a:rPr lang="fr-FR" dirty="0"/>
              <a:t>Ajouter de l'expérience, plus un gobelin combat, plus il devient fort</a:t>
            </a:r>
          </a:p>
          <a:p>
            <a:pPr lvl="1"/>
            <a:r>
              <a:rPr lang="fr-FR" dirty="0"/>
              <a:t>…</a:t>
            </a:r>
          </a:p>
          <a:p>
            <a:pPr marL="0" indent="0">
              <a:buNone/>
            </a:pPr>
            <a:endParaRPr lang="fr-FR" dirty="0"/>
          </a:p>
        </p:txBody>
      </p:sp>
      <p:sp>
        <p:nvSpPr>
          <p:cNvPr id="4" name="Espace réservé de la date 3">
            <a:extLst>
              <a:ext uri="{FF2B5EF4-FFF2-40B4-BE49-F238E27FC236}">
                <a16:creationId xmlns:a16="http://schemas.microsoft.com/office/drawing/2014/main" id="{6F1553AE-D504-8E05-B99A-4840D372F9E2}"/>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73555500-8808-B83F-F8CA-66F803588F6D}"/>
              </a:ext>
            </a:extLst>
          </p:cNvPr>
          <p:cNvSpPr>
            <a:spLocks noGrp="1"/>
          </p:cNvSpPr>
          <p:nvPr>
            <p:ph type="sldNum" sz="quarter" idx="12"/>
          </p:nvPr>
        </p:nvSpPr>
        <p:spPr/>
        <p:txBody>
          <a:bodyPr/>
          <a:lstStyle/>
          <a:p>
            <a:fld id="{13B823E6-D847-4A3E-9723-FB18D1CACB57}" type="slidenum">
              <a:rPr lang="fr-FR" smtClean="0"/>
              <a:t>23</a:t>
            </a:fld>
            <a:endParaRPr lang="fr-FR"/>
          </a:p>
        </p:txBody>
      </p:sp>
    </p:spTree>
    <p:extLst>
      <p:ext uri="{BB962C8B-B14F-4D97-AF65-F5344CB8AC3E}">
        <p14:creationId xmlns:p14="http://schemas.microsoft.com/office/powerpoint/2010/main" val="631637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172D-DC39-A671-A59B-9C54D99BB1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F8754A-154B-94AF-22F5-406C7AEBA193}"/>
              </a:ext>
            </a:extLst>
          </p:cNvPr>
          <p:cNvSpPr>
            <a:spLocks noGrp="1"/>
          </p:cNvSpPr>
          <p:nvPr>
            <p:ph type="title"/>
          </p:nvPr>
        </p:nvSpPr>
        <p:spPr/>
        <p:txBody>
          <a:bodyPr/>
          <a:lstStyle/>
          <a:p>
            <a:r>
              <a:rPr lang="fr-FR" dirty="0">
                <a:latin typeface="VTCGoblinHand" panose="02000904060000020004" pitchFamily="2" charset="0"/>
              </a:rPr>
              <a:t>Step 10 On se lâche</a:t>
            </a:r>
          </a:p>
        </p:txBody>
      </p:sp>
      <p:sp>
        <p:nvSpPr>
          <p:cNvPr id="4" name="Espace réservé de la date 3">
            <a:extLst>
              <a:ext uri="{FF2B5EF4-FFF2-40B4-BE49-F238E27FC236}">
                <a16:creationId xmlns:a16="http://schemas.microsoft.com/office/drawing/2014/main" id="{3B84A57C-F61B-C35F-94AA-21F70AFE92E0}"/>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12F1BBAD-EBB6-6D1A-2D69-F4BEFF3C8101}"/>
              </a:ext>
            </a:extLst>
          </p:cNvPr>
          <p:cNvSpPr>
            <a:spLocks noGrp="1"/>
          </p:cNvSpPr>
          <p:nvPr>
            <p:ph type="sldNum" sz="quarter" idx="12"/>
          </p:nvPr>
        </p:nvSpPr>
        <p:spPr/>
        <p:txBody>
          <a:bodyPr/>
          <a:lstStyle/>
          <a:p>
            <a:fld id="{13B823E6-D847-4A3E-9723-FB18D1CACB57}" type="slidenum">
              <a:rPr lang="fr-FR" smtClean="0"/>
              <a:t>24</a:t>
            </a:fld>
            <a:endParaRPr lang="fr-FR"/>
          </a:p>
        </p:txBody>
      </p:sp>
      <p:sp>
        <p:nvSpPr>
          <p:cNvPr id="6" name="Rectangle : coins arrondis 5">
            <a:extLst>
              <a:ext uri="{FF2B5EF4-FFF2-40B4-BE49-F238E27FC236}">
                <a16:creationId xmlns:a16="http://schemas.microsoft.com/office/drawing/2014/main" id="{01FFEE9C-2DC4-0FB6-3F8E-2F815F8D6D92}"/>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12" name="Espace réservé du contenu 2">
            <a:extLst>
              <a:ext uri="{FF2B5EF4-FFF2-40B4-BE49-F238E27FC236}">
                <a16:creationId xmlns:a16="http://schemas.microsoft.com/office/drawing/2014/main" id="{BF41EF87-E4DB-3A1D-E819-C308B9DB8736}"/>
              </a:ext>
            </a:extLst>
          </p:cNvPr>
          <p:cNvSpPr txBox="1">
            <a:spLocks/>
          </p:cNvSpPr>
          <p:nvPr/>
        </p:nvSpPr>
        <p:spPr>
          <a:xfrm>
            <a:off x="715993" y="1552755"/>
            <a:ext cx="10633652" cy="462775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Explications de vos </a:t>
            </a:r>
            <a:r>
              <a:rPr lang="fr-FR" i="1"/>
              <a:t>ajoûts</a:t>
            </a:r>
            <a:endParaRPr lang="fr-FR" i="1" dirty="0"/>
          </a:p>
        </p:txBody>
      </p:sp>
    </p:spTree>
    <p:extLst>
      <p:ext uri="{BB962C8B-B14F-4D97-AF65-F5344CB8AC3E}">
        <p14:creationId xmlns:p14="http://schemas.microsoft.com/office/powerpoint/2010/main" val="759058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CDE9-034F-DC52-0DA0-68C03820E4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785A503-054D-AF34-C32D-44355101CA45}"/>
              </a:ext>
            </a:extLst>
          </p:cNvPr>
          <p:cNvSpPr>
            <a:spLocks noGrp="1"/>
          </p:cNvSpPr>
          <p:nvPr>
            <p:ph type="title"/>
          </p:nvPr>
        </p:nvSpPr>
        <p:spPr/>
        <p:txBody>
          <a:bodyPr/>
          <a:lstStyle/>
          <a:p>
            <a:r>
              <a:rPr lang="fr-FR" dirty="0">
                <a:latin typeface="VTCGoblinHand" panose="02000904060000020004" pitchFamily="2" charset="0"/>
              </a:rPr>
              <a:t>Step 10 On se lâche</a:t>
            </a:r>
          </a:p>
        </p:txBody>
      </p:sp>
      <p:sp>
        <p:nvSpPr>
          <p:cNvPr id="4" name="Espace réservé de la date 3">
            <a:extLst>
              <a:ext uri="{FF2B5EF4-FFF2-40B4-BE49-F238E27FC236}">
                <a16:creationId xmlns:a16="http://schemas.microsoft.com/office/drawing/2014/main" id="{DFF0702A-F979-255D-3C62-F341A5649F33}"/>
              </a:ext>
            </a:extLst>
          </p:cNvPr>
          <p:cNvSpPr>
            <a:spLocks noGrp="1"/>
          </p:cNvSpPr>
          <p:nvPr>
            <p:ph type="dt" sz="half" idx="10"/>
          </p:nvPr>
        </p:nvSpPr>
        <p:spPr/>
        <p:txBody>
          <a:bodyPr/>
          <a:lstStyle/>
          <a:p>
            <a:r>
              <a:rPr lang="fr-FR"/>
              <a:t>jeanaymeric@gmail.com</a:t>
            </a:r>
            <a:endParaRPr lang="fr-FR" dirty="0"/>
          </a:p>
        </p:txBody>
      </p:sp>
      <p:sp>
        <p:nvSpPr>
          <p:cNvPr id="5" name="Espace réservé du numéro de diapositive 4">
            <a:extLst>
              <a:ext uri="{FF2B5EF4-FFF2-40B4-BE49-F238E27FC236}">
                <a16:creationId xmlns:a16="http://schemas.microsoft.com/office/drawing/2014/main" id="{1E98798C-692E-8843-168B-326D1DA4632F}"/>
              </a:ext>
            </a:extLst>
          </p:cNvPr>
          <p:cNvSpPr>
            <a:spLocks noGrp="1"/>
          </p:cNvSpPr>
          <p:nvPr>
            <p:ph type="sldNum" sz="quarter" idx="12"/>
          </p:nvPr>
        </p:nvSpPr>
        <p:spPr/>
        <p:txBody>
          <a:bodyPr/>
          <a:lstStyle/>
          <a:p>
            <a:fld id="{13B823E6-D847-4A3E-9723-FB18D1CACB57}" type="slidenum">
              <a:rPr lang="fr-FR" smtClean="0"/>
              <a:t>25</a:t>
            </a:fld>
            <a:endParaRPr lang="fr-FR"/>
          </a:p>
        </p:txBody>
      </p:sp>
      <p:sp>
        <p:nvSpPr>
          <p:cNvPr id="6" name="Rectangle : coins arrondis 5">
            <a:extLst>
              <a:ext uri="{FF2B5EF4-FFF2-40B4-BE49-F238E27FC236}">
                <a16:creationId xmlns:a16="http://schemas.microsoft.com/office/drawing/2014/main" id="{A02A6A1C-D622-7506-D0A1-AAB1FC17CB84}"/>
              </a:ext>
            </a:extLst>
          </p:cNvPr>
          <p:cNvSpPr/>
          <p:nvPr/>
        </p:nvSpPr>
        <p:spPr>
          <a:xfrm rot="20082496">
            <a:off x="9851949" y="450635"/>
            <a:ext cx="2300505" cy="850954"/>
          </a:xfrm>
          <a:custGeom>
            <a:avLst/>
            <a:gdLst>
              <a:gd name="csX0" fmla="*/ 0 w 2300505"/>
              <a:gd name="csY0" fmla="*/ 191780 h 850954"/>
              <a:gd name="csX1" fmla="*/ 191780 w 2300505"/>
              <a:gd name="csY1" fmla="*/ 0 h 850954"/>
              <a:gd name="csX2" fmla="*/ 709355 w 2300505"/>
              <a:gd name="csY2" fmla="*/ 0 h 850954"/>
              <a:gd name="csX3" fmla="*/ 1169422 w 2300505"/>
              <a:gd name="csY3" fmla="*/ 0 h 850954"/>
              <a:gd name="csX4" fmla="*/ 1610319 w 2300505"/>
              <a:gd name="csY4" fmla="*/ 0 h 850954"/>
              <a:gd name="csX5" fmla="*/ 2108725 w 2300505"/>
              <a:gd name="csY5" fmla="*/ 0 h 850954"/>
              <a:gd name="csX6" fmla="*/ 2300505 w 2300505"/>
              <a:gd name="csY6" fmla="*/ 191780 h 850954"/>
              <a:gd name="csX7" fmla="*/ 2300505 w 2300505"/>
              <a:gd name="csY7" fmla="*/ 659174 h 850954"/>
              <a:gd name="csX8" fmla="*/ 2108725 w 2300505"/>
              <a:gd name="csY8" fmla="*/ 850954 h 850954"/>
              <a:gd name="csX9" fmla="*/ 1667828 w 2300505"/>
              <a:gd name="csY9" fmla="*/ 850954 h 850954"/>
              <a:gd name="csX10" fmla="*/ 1188591 w 2300505"/>
              <a:gd name="csY10" fmla="*/ 850954 h 850954"/>
              <a:gd name="csX11" fmla="*/ 728525 w 2300505"/>
              <a:gd name="csY11" fmla="*/ 850954 h 850954"/>
              <a:gd name="csX12" fmla="*/ 191780 w 2300505"/>
              <a:gd name="csY12" fmla="*/ 850954 h 850954"/>
              <a:gd name="csX13" fmla="*/ 0 w 2300505"/>
              <a:gd name="csY13" fmla="*/ 659174 h 850954"/>
              <a:gd name="csX14" fmla="*/ 0 w 2300505"/>
              <a:gd name="csY14" fmla="*/ 191780 h 850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0505" h="850954" extrusionOk="0">
                <a:moveTo>
                  <a:pt x="0" y="191780"/>
                </a:moveTo>
                <a:cubicBezTo>
                  <a:pt x="-8778" y="80448"/>
                  <a:pt x="74595" y="4229"/>
                  <a:pt x="191780" y="0"/>
                </a:cubicBezTo>
                <a:cubicBezTo>
                  <a:pt x="359872" y="-47990"/>
                  <a:pt x="572064" y="20138"/>
                  <a:pt x="709355" y="0"/>
                </a:cubicBezTo>
                <a:cubicBezTo>
                  <a:pt x="846646" y="-20138"/>
                  <a:pt x="994813" y="47670"/>
                  <a:pt x="1169422" y="0"/>
                </a:cubicBezTo>
                <a:cubicBezTo>
                  <a:pt x="1344031" y="-47670"/>
                  <a:pt x="1498076" y="20451"/>
                  <a:pt x="1610319" y="0"/>
                </a:cubicBezTo>
                <a:cubicBezTo>
                  <a:pt x="1722562" y="-20451"/>
                  <a:pt x="1934408" y="27586"/>
                  <a:pt x="2108725" y="0"/>
                </a:cubicBezTo>
                <a:cubicBezTo>
                  <a:pt x="2218761" y="-8477"/>
                  <a:pt x="2284059" y="83344"/>
                  <a:pt x="2300505" y="191780"/>
                </a:cubicBezTo>
                <a:cubicBezTo>
                  <a:pt x="2351718" y="390490"/>
                  <a:pt x="2290930" y="545620"/>
                  <a:pt x="2300505" y="659174"/>
                </a:cubicBezTo>
                <a:cubicBezTo>
                  <a:pt x="2289619" y="783099"/>
                  <a:pt x="2195004" y="828177"/>
                  <a:pt x="2108725" y="850954"/>
                </a:cubicBezTo>
                <a:cubicBezTo>
                  <a:pt x="1963521" y="884535"/>
                  <a:pt x="1766620" y="804514"/>
                  <a:pt x="1667828" y="850954"/>
                </a:cubicBezTo>
                <a:cubicBezTo>
                  <a:pt x="1569036" y="897394"/>
                  <a:pt x="1333887" y="833703"/>
                  <a:pt x="1188591" y="850954"/>
                </a:cubicBezTo>
                <a:cubicBezTo>
                  <a:pt x="1043295" y="868205"/>
                  <a:pt x="883742" y="837976"/>
                  <a:pt x="728525" y="850954"/>
                </a:cubicBezTo>
                <a:cubicBezTo>
                  <a:pt x="573308" y="863932"/>
                  <a:pt x="337385" y="835810"/>
                  <a:pt x="191780" y="850954"/>
                </a:cubicBezTo>
                <a:cubicBezTo>
                  <a:pt x="97289" y="836770"/>
                  <a:pt x="-9431" y="761445"/>
                  <a:pt x="0" y="659174"/>
                </a:cubicBezTo>
                <a:cubicBezTo>
                  <a:pt x="-36360" y="507063"/>
                  <a:pt x="17556" y="297019"/>
                  <a:pt x="0" y="191780"/>
                </a:cubicBezTo>
                <a:close/>
              </a:path>
            </a:pathLst>
          </a:custGeom>
          <a:noFill/>
          <a:ln w="127000">
            <a:solidFill>
              <a:srgbClr val="FF000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solidFill>
                  <a:srgbClr val="FF0000"/>
                </a:solidFill>
                <a:latin typeface="Bauhaus 93" panose="04030905020B02020C02" pitchFamily="82" charset="0"/>
                <a:cs typeface="Cavolini" panose="03000502040302020204" pitchFamily="66" charset="0"/>
              </a:rPr>
              <a:t>TO DO</a:t>
            </a:r>
          </a:p>
        </p:txBody>
      </p:sp>
      <p:sp>
        <p:nvSpPr>
          <p:cNvPr id="7" name="Espace réservé du contenu 2">
            <a:extLst>
              <a:ext uri="{FF2B5EF4-FFF2-40B4-BE49-F238E27FC236}">
                <a16:creationId xmlns:a16="http://schemas.microsoft.com/office/drawing/2014/main" id="{B1CA9E03-B44D-6B27-DC22-CF71F88EF266}"/>
              </a:ext>
            </a:extLst>
          </p:cNvPr>
          <p:cNvSpPr txBox="1">
            <a:spLocks/>
          </p:cNvSpPr>
          <p:nvPr/>
        </p:nvSpPr>
        <p:spPr>
          <a:xfrm>
            <a:off x="906087" y="1853738"/>
            <a:ext cx="10443557" cy="432677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i="1" dirty="0"/>
          </a:p>
          <a:p>
            <a:pPr marL="0" indent="0" algn="ctr">
              <a:buNone/>
            </a:pPr>
            <a:endParaRPr lang="fr-FR" i="1" dirty="0"/>
          </a:p>
          <a:p>
            <a:pPr marL="0" indent="0" algn="ctr">
              <a:buNone/>
            </a:pPr>
            <a:endParaRPr lang="fr-FR" i="1" dirty="0"/>
          </a:p>
          <a:p>
            <a:pPr marL="0" indent="0" algn="ctr">
              <a:buNone/>
            </a:pPr>
            <a:r>
              <a:rPr lang="fr-FR" i="1" dirty="0"/>
              <a:t>Screenshot de votre test</a:t>
            </a:r>
          </a:p>
        </p:txBody>
      </p:sp>
      <p:sp>
        <p:nvSpPr>
          <p:cNvPr id="3" name="Rectangle : coins arrondis 2">
            <a:extLst>
              <a:ext uri="{FF2B5EF4-FFF2-40B4-BE49-F238E27FC236}">
                <a16:creationId xmlns:a16="http://schemas.microsoft.com/office/drawing/2014/main" id="{9F1E3848-981F-96B0-4183-1747C468FA93}"/>
              </a:ext>
            </a:extLst>
          </p:cNvPr>
          <p:cNvSpPr/>
          <p:nvPr/>
        </p:nvSpPr>
        <p:spPr>
          <a:xfrm rot="20082496">
            <a:off x="94621" y="5396861"/>
            <a:ext cx="1228805" cy="718657"/>
          </a:xfrm>
          <a:custGeom>
            <a:avLst/>
            <a:gdLst>
              <a:gd name="csX0" fmla="*/ 0 w 1228805"/>
              <a:gd name="csY0" fmla="*/ 161964 h 718657"/>
              <a:gd name="csX1" fmla="*/ 161964 w 1228805"/>
              <a:gd name="csY1" fmla="*/ 0 h 718657"/>
              <a:gd name="csX2" fmla="*/ 614403 w 1228805"/>
              <a:gd name="csY2" fmla="*/ 0 h 718657"/>
              <a:gd name="csX3" fmla="*/ 1066841 w 1228805"/>
              <a:gd name="csY3" fmla="*/ 0 h 718657"/>
              <a:gd name="csX4" fmla="*/ 1228805 w 1228805"/>
              <a:gd name="csY4" fmla="*/ 161964 h 718657"/>
              <a:gd name="csX5" fmla="*/ 1228805 w 1228805"/>
              <a:gd name="csY5" fmla="*/ 556693 h 718657"/>
              <a:gd name="csX6" fmla="*/ 1066841 w 1228805"/>
              <a:gd name="csY6" fmla="*/ 718657 h 718657"/>
              <a:gd name="csX7" fmla="*/ 605354 w 1228805"/>
              <a:gd name="csY7" fmla="*/ 718657 h 718657"/>
              <a:gd name="csX8" fmla="*/ 161964 w 1228805"/>
              <a:gd name="csY8" fmla="*/ 718657 h 718657"/>
              <a:gd name="csX9" fmla="*/ 0 w 1228805"/>
              <a:gd name="csY9" fmla="*/ 556693 h 718657"/>
              <a:gd name="csX10" fmla="*/ 0 w 1228805"/>
              <a:gd name="csY10" fmla="*/ 161964 h 7186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28805" h="718657" fill="none" extrusionOk="0">
                <a:moveTo>
                  <a:pt x="0" y="161964"/>
                </a:moveTo>
                <a:cubicBezTo>
                  <a:pt x="11761" y="86920"/>
                  <a:pt x="91676" y="-16777"/>
                  <a:pt x="161964" y="0"/>
                </a:cubicBezTo>
                <a:cubicBezTo>
                  <a:pt x="322211" y="-29781"/>
                  <a:pt x="437229" y="12275"/>
                  <a:pt x="614403" y="0"/>
                </a:cubicBezTo>
                <a:cubicBezTo>
                  <a:pt x="791577" y="-12275"/>
                  <a:pt x="889192" y="52256"/>
                  <a:pt x="1066841" y="0"/>
                </a:cubicBezTo>
                <a:cubicBezTo>
                  <a:pt x="1147169" y="-18596"/>
                  <a:pt x="1229795" y="59119"/>
                  <a:pt x="1228805" y="161964"/>
                </a:cubicBezTo>
                <a:cubicBezTo>
                  <a:pt x="1256956" y="245266"/>
                  <a:pt x="1198192" y="465460"/>
                  <a:pt x="1228805" y="556693"/>
                </a:cubicBezTo>
                <a:cubicBezTo>
                  <a:pt x="1223365" y="646367"/>
                  <a:pt x="1162705" y="707095"/>
                  <a:pt x="1066841" y="718657"/>
                </a:cubicBezTo>
                <a:cubicBezTo>
                  <a:pt x="869821" y="768433"/>
                  <a:pt x="755743" y="703392"/>
                  <a:pt x="605354" y="718657"/>
                </a:cubicBezTo>
                <a:cubicBezTo>
                  <a:pt x="454965" y="733922"/>
                  <a:pt x="335796" y="697937"/>
                  <a:pt x="161964" y="718657"/>
                </a:cubicBezTo>
                <a:cubicBezTo>
                  <a:pt x="71549" y="692634"/>
                  <a:pt x="2745" y="646715"/>
                  <a:pt x="0" y="556693"/>
                </a:cubicBezTo>
                <a:cubicBezTo>
                  <a:pt x="-15025" y="451798"/>
                  <a:pt x="6633" y="337591"/>
                  <a:pt x="0" y="161964"/>
                </a:cubicBezTo>
                <a:close/>
              </a:path>
              <a:path w="1228805" h="718657" stroke="0" extrusionOk="0">
                <a:moveTo>
                  <a:pt x="0" y="161964"/>
                </a:moveTo>
                <a:cubicBezTo>
                  <a:pt x="-13666" y="64084"/>
                  <a:pt x="57920" y="5477"/>
                  <a:pt x="161964" y="0"/>
                </a:cubicBezTo>
                <a:cubicBezTo>
                  <a:pt x="387308" y="-42293"/>
                  <a:pt x="505466" y="11249"/>
                  <a:pt x="632500" y="0"/>
                </a:cubicBezTo>
                <a:cubicBezTo>
                  <a:pt x="759534" y="-11249"/>
                  <a:pt x="887913" y="7902"/>
                  <a:pt x="1066841" y="0"/>
                </a:cubicBezTo>
                <a:cubicBezTo>
                  <a:pt x="1151165" y="-2804"/>
                  <a:pt x="1245640" y="80558"/>
                  <a:pt x="1228805" y="161964"/>
                </a:cubicBezTo>
                <a:cubicBezTo>
                  <a:pt x="1233467" y="294955"/>
                  <a:pt x="1198512" y="461116"/>
                  <a:pt x="1228805" y="556693"/>
                </a:cubicBezTo>
                <a:cubicBezTo>
                  <a:pt x="1242828" y="623322"/>
                  <a:pt x="1151056" y="723258"/>
                  <a:pt x="1066841" y="718657"/>
                </a:cubicBezTo>
                <a:cubicBezTo>
                  <a:pt x="886971" y="736133"/>
                  <a:pt x="739415" y="676322"/>
                  <a:pt x="614403" y="718657"/>
                </a:cubicBezTo>
                <a:cubicBezTo>
                  <a:pt x="489391" y="760992"/>
                  <a:pt x="335531" y="673190"/>
                  <a:pt x="161964" y="718657"/>
                </a:cubicBezTo>
                <a:cubicBezTo>
                  <a:pt x="52175" y="717494"/>
                  <a:pt x="3817" y="635674"/>
                  <a:pt x="0" y="556693"/>
                </a:cubicBezTo>
                <a:cubicBezTo>
                  <a:pt x="-20456" y="472795"/>
                  <a:pt x="46357" y="266659"/>
                  <a:pt x="0" y="161964"/>
                </a:cubicBezTo>
                <a:close/>
              </a:path>
            </a:pathLst>
          </a:custGeom>
          <a:solidFill>
            <a:srgbClr val="FFC000"/>
          </a:solidFill>
          <a:ln w="127000">
            <a:solidFill>
              <a:srgbClr val="00B050"/>
            </a:solidFill>
            <a:extLst>
              <a:ext uri="{C807C97D-BFC1-408E-A445-0C87EB9F89A2}">
                <ask:lineSketchStyleProps xmlns:ask="http://schemas.microsoft.com/office/drawing/2018/sketchyshapes" sd="1219033472">
                  <a:prstGeom prst="roundRect">
                    <a:avLst>
                      <a:gd name="adj" fmla="val 22537"/>
                    </a:avLst>
                  </a:prstGeom>
                  <ask:type>
                    <ask:lineSketchScribbl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r>
              <a:rPr lang="fr-FR" sz="2000" b="1" dirty="0">
                <a:solidFill>
                  <a:srgbClr val="00B050"/>
                </a:solidFill>
                <a:latin typeface="Bauhaus 93" panose="04030905020B02020C02" pitchFamily="82" charset="0"/>
                <a:cs typeface="Cavolini" panose="03000502040302020204" pitchFamily="66" charset="0"/>
              </a:rPr>
              <a:t>JAD CHECK</a:t>
            </a:r>
          </a:p>
        </p:txBody>
      </p:sp>
    </p:spTree>
    <p:extLst>
      <p:ext uri="{BB962C8B-B14F-4D97-AF65-F5344CB8AC3E}">
        <p14:creationId xmlns:p14="http://schemas.microsoft.com/office/powerpoint/2010/main" val="4544290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AF4BF170-F00B-4482-BA9B-917DB37B03F4}" vid="{E3379756-6B0B-47D5-821C-04C7A8584283}"/>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Modèle de cours JAD</Template>
  <TotalTime>0</TotalTime>
  <Words>1244</Words>
  <Application>Microsoft Office PowerPoint</Application>
  <PresentationFormat>Grand écran</PresentationFormat>
  <Paragraphs>225</Paragraphs>
  <Slides>25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Arial</vt:lpstr>
      <vt:lpstr>Bauhaus 93</vt:lpstr>
      <vt:lpstr>Calibri</vt:lpstr>
      <vt:lpstr>Courier New</vt:lpstr>
      <vt:lpstr>VTCGoblinHand</vt:lpstr>
      <vt:lpstr>Thème Office</vt:lpstr>
      <vt:lpstr>Présentation PowerPoint</vt:lpstr>
      <vt:lpstr>Contexte</vt:lpstr>
      <vt:lpstr>Contraintes</vt:lpstr>
      <vt:lpstr>Step 1 : GobelinRumble Start</vt:lpstr>
      <vt:lpstr>Step 2 : generateName</vt:lpstr>
      <vt:lpstr>Step 2 : generateName</vt:lpstr>
      <vt:lpstr>Step 3 createGobelin</vt:lpstr>
      <vt:lpstr>Step 3 createGobelin</vt:lpstr>
      <vt:lpstr>Step 3 createGobelin</vt:lpstr>
      <vt:lpstr>Step 4 displayGobelin</vt:lpstr>
      <vt:lpstr>Step 4 displayGobelin</vt:lpstr>
      <vt:lpstr>Step 5 CreateTeam et displayTeam</vt:lpstr>
      <vt:lpstr>Step 5 CreateTeam et displayTeam</vt:lpstr>
      <vt:lpstr>Step 6 playRound</vt:lpstr>
      <vt:lpstr>Step 6 playRound</vt:lpstr>
      <vt:lpstr>Step 6 playRound</vt:lpstr>
      <vt:lpstr>Step 7 playTurn</vt:lpstr>
      <vt:lpstr>Step 7 playTurn</vt:lpstr>
      <vt:lpstr>Step 8 startCombat</vt:lpstr>
      <vt:lpstr>Step 8 startCombat</vt:lpstr>
      <vt:lpstr>Step 9 Classe</vt:lpstr>
      <vt:lpstr>Step 9 Classe</vt:lpstr>
      <vt:lpstr>Step 10 On se lâche</vt:lpstr>
      <vt:lpstr>Step 10 On se lâche</vt:lpstr>
      <vt:lpstr>Step 10 On se lâche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Algèbre de Bool</dc:title>
  <dc:creator>Jean-Aymeric Diet</dc:creator>
  <cp:lastModifiedBy>Jean-Aymeric DIET</cp:lastModifiedBy>
  <cp:revision>12</cp:revision>
  <dcterms:created xsi:type="dcterms:W3CDTF">2021-09-15T12:25:33Z</dcterms:created>
  <dcterms:modified xsi:type="dcterms:W3CDTF">2026-05-05T10:24:15Z</dcterms:modified>
</cp:coreProperties>
</file>